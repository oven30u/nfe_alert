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7" r:id="rId4"/>
  </p:sldMasterIdLst>
  <p:notesMasterIdLst>
    <p:notesMasterId r:id="rId6"/>
  </p:notesMasterIdLst>
  <p:handoutMasterIdLst>
    <p:handoutMasterId r:id="rId7"/>
  </p:handoutMasterIdLst>
  <p:sldIdLst>
    <p:sldId id="453" r:id="rId5"/>
  </p:sldIdLst>
  <p:sldSz cx="9144000" cy="6858000" type="screen4x3"/>
  <p:notesSz cx="7315200" cy="96012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1" orient="horz" pos="1117" userDrawn="1">
          <p15:clr>
            <a:srgbClr val="A4A3A4"/>
          </p15:clr>
        </p15:guide>
        <p15:guide id="12" pos="5080" userDrawn="1">
          <p15:clr>
            <a:srgbClr val="A4A3A4"/>
          </p15:clr>
        </p15:guide>
        <p15:guide id="13" pos="1360" userDrawn="1">
          <p15:clr>
            <a:srgbClr val="A4A3A4"/>
          </p15:clr>
        </p15:guide>
        <p15:guide id="14" pos="4105" userDrawn="1">
          <p15:clr>
            <a:srgbClr val="A4A3A4"/>
          </p15:clr>
        </p15:guide>
        <p15:guide id="15" orient="horz" pos="2069" userDrawn="1">
          <p15:clr>
            <a:srgbClr val="A4A3A4"/>
          </p15:clr>
        </p15:guide>
        <p15:guide id="16" pos="340" userDrawn="1">
          <p15:clr>
            <a:srgbClr val="A4A3A4"/>
          </p15:clr>
        </p15:guide>
        <p15:guide id="17" pos="3470" userDrawn="1">
          <p15:clr>
            <a:srgbClr val="A4A3A4"/>
          </p15:clr>
        </p15:guide>
        <p15:guide id="18" orient="horz" pos="2500" userDrawn="1">
          <p15:clr>
            <a:srgbClr val="A4A3A4"/>
          </p15:clr>
        </p15:guide>
        <p15:guide id="19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62B5E5"/>
    <a:srgbClr val="000000"/>
    <a:srgbClr val="FFCD00"/>
    <a:srgbClr val="ED8B00"/>
    <a:srgbClr val="DB291C"/>
    <a:srgbClr val="FF9900"/>
    <a:srgbClr val="C00000"/>
    <a:srgbClr val="3C8A2E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C742C0-660A-4CC0-AD7F-796BEB90E37B}" v="25" dt="2024-03-12T18:19:3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984" autoAdjust="0"/>
  </p:normalViewPr>
  <p:slideViewPr>
    <p:cSldViewPr snapToGrid="0" showGuides="1">
      <p:cViewPr varScale="1">
        <p:scale>
          <a:sx n="63" d="100"/>
          <a:sy n="63" d="100"/>
        </p:scale>
        <p:origin x="1332" y="64"/>
      </p:cViewPr>
      <p:guideLst>
        <p:guide orient="horz" pos="1117"/>
        <p:guide pos="5080"/>
        <p:guide pos="1360"/>
        <p:guide pos="4105"/>
        <p:guide orient="horz" pos="2069"/>
        <p:guide pos="340"/>
        <p:guide pos="3470"/>
        <p:guide orient="horz" pos="2500"/>
        <p:guide orient="horz" pos="3566"/>
      </p:guideLst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s, Guillermina" userId="c87ec4f0-8e8c-41ad-8fc3-043551d5e429" providerId="ADAL" clId="{F4C742C0-660A-4CC0-AD7F-796BEB90E37B}"/>
    <pc:docChg chg="undo custSel delSld modSld">
      <pc:chgData name="Lons, Guillermina" userId="c87ec4f0-8e8c-41ad-8fc3-043551d5e429" providerId="ADAL" clId="{F4C742C0-660A-4CC0-AD7F-796BEB90E37B}" dt="2024-03-12T18:20:48.024" v="147" actId="1036"/>
      <pc:docMkLst>
        <pc:docMk/>
      </pc:docMkLst>
      <pc:sldChg chg="del">
        <pc:chgData name="Lons, Guillermina" userId="c87ec4f0-8e8c-41ad-8fc3-043551d5e429" providerId="ADAL" clId="{F4C742C0-660A-4CC0-AD7F-796BEB90E37B}" dt="2024-03-12T18:03:35.649" v="0" actId="47"/>
        <pc:sldMkLst>
          <pc:docMk/>
          <pc:sldMk cId="2127351236" sldId="452"/>
        </pc:sldMkLst>
      </pc:sldChg>
      <pc:sldChg chg="addSp delSp modSp mod">
        <pc:chgData name="Lons, Guillermina" userId="c87ec4f0-8e8c-41ad-8fc3-043551d5e429" providerId="ADAL" clId="{F4C742C0-660A-4CC0-AD7F-796BEB90E37B}" dt="2024-03-12T18:20:48.024" v="147" actId="1036"/>
        <pc:sldMkLst>
          <pc:docMk/>
          <pc:sldMk cId="1405767419" sldId="453"/>
        </pc:sldMkLst>
        <pc:spChg chg="del">
          <ac:chgData name="Lons, Guillermina" userId="c87ec4f0-8e8c-41ad-8fc3-043551d5e429" providerId="ADAL" clId="{F4C742C0-660A-4CC0-AD7F-796BEB90E37B}" dt="2024-03-12T18:03:40.475" v="2" actId="478"/>
          <ac:spMkLst>
            <pc:docMk/>
            <pc:sldMk cId="1405767419" sldId="453"/>
            <ac:spMk id="2" creationId="{00000000-0000-0000-0000-000000000000}"/>
          </ac:spMkLst>
        </pc:spChg>
        <pc:spChg chg="add del mod">
          <ac:chgData name="Lons, Guillermina" userId="c87ec4f0-8e8c-41ad-8fc3-043551d5e429" providerId="ADAL" clId="{F4C742C0-660A-4CC0-AD7F-796BEB90E37B}" dt="2024-03-12T18:03:43.614" v="3" actId="478"/>
          <ac:spMkLst>
            <pc:docMk/>
            <pc:sldMk cId="1405767419" sldId="453"/>
            <ac:spMk id="8" creationId="{9939B791-08AF-CFB1-7E52-67974BF10B92}"/>
          </ac:spMkLst>
        </pc:spChg>
        <pc:spChg chg="add del mod">
          <ac:chgData name="Lons, Guillermina" userId="c87ec4f0-8e8c-41ad-8fc3-043551d5e429" providerId="ADAL" clId="{F4C742C0-660A-4CC0-AD7F-796BEB90E37B}" dt="2024-03-12T18:15:05.932" v="86" actId="478"/>
          <ac:spMkLst>
            <pc:docMk/>
            <pc:sldMk cId="1405767419" sldId="453"/>
            <ac:spMk id="11" creationId="{5EA00226-0C45-8791-6B71-0FC69D70A7E7}"/>
          </ac:spMkLst>
        </pc:spChg>
        <pc:spChg chg="add del mod">
          <ac:chgData name="Lons, Guillermina" userId="c87ec4f0-8e8c-41ad-8fc3-043551d5e429" providerId="ADAL" clId="{F4C742C0-660A-4CC0-AD7F-796BEB90E37B}" dt="2024-03-12T18:10:50.543" v="69" actId="478"/>
          <ac:spMkLst>
            <pc:docMk/>
            <pc:sldMk cId="1405767419" sldId="453"/>
            <ac:spMk id="12" creationId="{4CBAE245-D6AC-E651-CC2C-1EFA511920B6}"/>
          </ac:spMkLst>
        </pc:spChg>
        <pc:spChg chg="add del mod">
          <ac:chgData name="Lons, Guillermina" userId="c87ec4f0-8e8c-41ad-8fc3-043551d5e429" providerId="ADAL" clId="{F4C742C0-660A-4CC0-AD7F-796BEB90E37B}" dt="2024-03-12T18:15:07.762" v="87" actId="478"/>
          <ac:spMkLst>
            <pc:docMk/>
            <pc:sldMk cId="1405767419" sldId="453"/>
            <ac:spMk id="13" creationId="{990EBD11-9B94-8B18-039A-76920498EEAA}"/>
          </ac:spMkLst>
        </pc:spChg>
        <pc:spChg chg="add del">
          <ac:chgData name="Lons, Guillermina" userId="c87ec4f0-8e8c-41ad-8fc3-043551d5e429" providerId="ADAL" clId="{F4C742C0-660A-4CC0-AD7F-796BEB90E37B}" dt="2024-03-12T18:16:27.516" v="95" actId="478"/>
          <ac:spMkLst>
            <pc:docMk/>
            <pc:sldMk cId="1405767419" sldId="453"/>
            <ac:spMk id="18" creationId="{543C6145-ED4B-4ABF-8B0E-B05490E89BBE}"/>
          </ac:spMkLst>
        </pc:spChg>
        <pc:spChg chg="add mod">
          <ac:chgData name="Lons, Guillermina" userId="c87ec4f0-8e8c-41ad-8fc3-043551d5e429" providerId="ADAL" clId="{F4C742C0-660A-4CC0-AD7F-796BEB90E37B}" dt="2024-03-12T18:19:48.289" v="118" actId="108"/>
          <ac:spMkLst>
            <pc:docMk/>
            <pc:sldMk cId="1405767419" sldId="453"/>
            <ac:spMk id="19" creationId="{9A281908-B948-ED99-BC42-7A99643BEA2D}"/>
          </ac:spMkLst>
        </pc:spChg>
        <pc:spChg chg="add mod">
          <ac:chgData name="Lons, Guillermina" userId="c87ec4f0-8e8c-41ad-8fc3-043551d5e429" providerId="ADAL" clId="{F4C742C0-660A-4CC0-AD7F-796BEB90E37B}" dt="2024-03-12T18:19:51.703" v="119" actId="108"/>
          <ac:spMkLst>
            <pc:docMk/>
            <pc:sldMk cId="1405767419" sldId="453"/>
            <ac:spMk id="20" creationId="{14D989CD-FE54-1A83-2ED7-FD2DAA35F96F}"/>
          </ac:spMkLst>
        </pc:spChg>
        <pc:spChg chg="add mod">
          <ac:chgData name="Lons, Guillermina" userId="c87ec4f0-8e8c-41ad-8fc3-043551d5e429" providerId="ADAL" clId="{F4C742C0-660A-4CC0-AD7F-796BEB90E37B}" dt="2024-03-12T18:20:48.024" v="147" actId="1036"/>
          <ac:spMkLst>
            <pc:docMk/>
            <pc:sldMk cId="1405767419" sldId="453"/>
            <ac:spMk id="23" creationId="{270AC1EB-9EB1-3C8B-3453-5ECD4476A737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51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52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53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54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5:10.079" v="15" actId="207"/>
          <ac:spMkLst>
            <pc:docMk/>
            <pc:sldMk cId="1405767419" sldId="453"/>
            <ac:spMk id="355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56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57" creationId="{00000000-0000-0000-0000-000000000000}"/>
          </ac:spMkLst>
        </pc:spChg>
        <pc:spChg chg="mod ord">
          <ac:chgData name="Lons, Guillermina" userId="c87ec4f0-8e8c-41ad-8fc3-043551d5e429" providerId="ADAL" clId="{F4C742C0-660A-4CC0-AD7F-796BEB90E37B}" dt="2024-03-12T18:06:12.992" v="23" actId="1582"/>
          <ac:spMkLst>
            <pc:docMk/>
            <pc:sldMk cId="1405767419" sldId="453"/>
            <ac:spMk id="358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5:08.141" v="14" actId="207"/>
          <ac:spMkLst>
            <pc:docMk/>
            <pc:sldMk cId="1405767419" sldId="453"/>
            <ac:spMk id="359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5:13.280" v="16" actId="207"/>
          <ac:spMkLst>
            <pc:docMk/>
            <pc:sldMk cId="1405767419" sldId="453"/>
            <ac:spMk id="360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1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2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3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4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5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6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7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8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69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70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71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72" creationId="{00000000-0000-0000-0000-000000000000}"/>
          </ac:spMkLst>
        </pc:spChg>
        <pc:spChg chg="mod">
          <ac:chgData name="Lons, Guillermina" userId="c87ec4f0-8e8c-41ad-8fc3-043551d5e429" providerId="ADAL" clId="{F4C742C0-660A-4CC0-AD7F-796BEB90E37B}" dt="2024-03-12T18:04:47.018" v="13" actId="208"/>
          <ac:spMkLst>
            <pc:docMk/>
            <pc:sldMk cId="1405767419" sldId="453"/>
            <ac:spMk id="373" creationId="{00000000-0000-0000-0000-000000000000}"/>
          </ac:spMkLst>
        </pc:spChg>
        <pc:spChg chg="del">
          <ac:chgData name="Lons, Guillermina" userId="c87ec4f0-8e8c-41ad-8fc3-043551d5e429" providerId="ADAL" clId="{F4C742C0-660A-4CC0-AD7F-796BEB90E37B}" dt="2024-03-12T18:03:50.161" v="6" actId="478"/>
          <ac:spMkLst>
            <pc:docMk/>
            <pc:sldMk cId="1405767419" sldId="453"/>
            <ac:spMk id="399" creationId="{00000000-0000-0000-0000-000000000000}"/>
          </ac:spMkLst>
        </pc:spChg>
        <pc:spChg chg="del">
          <ac:chgData name="Lons, Guillermina" userId="c87ec4f0-8e8c-41ad-8fc3-043551d5e429" providerId="ADAL" clId="{F4C742C0-660A-4CC0-AD7F-796BEB90E37B}" dt="2024-03-12T18:03:58.488" v="10" actId="478"/>
          <ac:spMkLst>
            <pc:docMk/>
            <pc:sldMk cId="1405767419" sldId="453"/>
            <ac:spMk id="402" creationId="{00000000-0000-0000-0000-000000000000}"/>
          </ac:spMkLst>
        </pc:spChg>
        <pc:spChg chg="del">
          <ac:chgData name="Lons, Guillermina" userId="c87ec4f0-8e8c-41ad-8fc3-043551d5e429" providerId="ADAL" clId="{F4C742C0-660A-4CC0-AD7F-796BEB90E37B}" dt="2024-03-12T18:03:46.552" v="4" actId="478"/>
          <ac:spMkLst>
            <pc:docMk/>
            <pc:sldMk cId="1405767419" sldId="453"/>
            <ac:spMk id="405" creationId="{00000000-0000-0000-0000-000000000000}"/>
          </ac:spMkLst>
        </pc:spChg>
        <pc:spChg chg="del">
          <ac:chgData name="Lons, Guillermina" userId="c87ec4f0-8e8c-41ad-8fc3-043551d5e429" providerId="ADAL" clId="{F4C742C0-660A-4CC0-AD7F-796BEB90E37B}" dt="2024-03-12T18:03:57.316" v="9" actId="478"/>
          <ac:spMkLst>
            <pc:docMk/>
            <pc:sldMk cId="1405767419" sldId="453"/>
            <ac:spMk id="411" creationId="{00000000-0000-0000-0000-000000000000}"/>
          </ac:spMkLst>
        </pc:spChg>
        <pc:grpChg chg="del">
          <ac:chgData name="Lons, Guillermina" userId="c87ec4f0-8e8c-41ad-8fc3-043551d5e429" providerId="ADAL" clId="{F4C742C0-660A-4CC0-AD7F-796BEB90E37B}" dt="2024-03-12T18:04:00.178" v="11" actId="478"/>
          <ac:grpSpMkLst>
            <pc:docMk/>
            <pc:sldMk cId="1405767419" sldId="453"/>
            <ac:grpSpMk id="3" creationId="{19DB0B27-BCF6-11D6-5CD0-3C8F48B69261}"/>
          </ac:grpSpMkLst>
        </pc:grpChg>
        <pc:grpChg chg="mod topLvl">
          <ac:chgData name="Lons, Guillermina" userId="c87ec4f0-8e8c-41ad-8fc3-043551d5e429" providerId="ADAL" clId="{F4C742C0-660A-4CC0-AD7F-796BEB90E37B}" dt="2024-03-12T18:19:32.387" v="114" actId="164"/>
          <ac:grpSpMkLst>
            <pc:docMk/>
            <pc:sldMk cId="1405767419" sldId="453"/>
            <ac:grpSpMk id="4" creationId="{00000000-0000-0000-0000-000000000000}"/>
          </ac:grpSpMkLst>
        </pc:grpChg>
        <pc:grpChg chg="del">
          <ac:chgData name="Lons, Guillermina" userId="c87ec4f0-8e8c-41ad-8fc3-043551d5e429" providerId="ADAL" clId="{F4C742C0-660A-4CC0-AD7F-796BEB90E37B}" dt="2024-03-12T18:03:50.161" v="6" actId="478"/>
          <ac:grpSpMkLst>
            <pc:docMk/>
            <pc:sldMk cId="1405767419" sldId="453"/>
            <ac:grpSpMk id="5" creationId="{00000000-0000-0000-0000-000000000000}"/>
          </ac:grpSpMkLst>
        </pc:grpChg>
        <pc:grpChg chg="del">
          <ac:chgData name="Lons, Guillermina" userId="c87ec4f0-8e8c-41ad-8fc3-043551d5e429" providerId="ADAL" clId="{F4C742C0-660A-4CC0-AD7F-796BEB90E37B}" dt="2024-03-12T18:03:58.488" v="10" actId="478"/>
          <ac:grpSpMkLst>
            <pc:docMk/>
            <pc:sldMk cId="1405767419" sldId="453"/>
            <ac:grpSpMk id="7" creationId="{00000000-0000-0000-0000-000000000000}"/>
          </ac:grpSpMkLst>
        </pc:grpChg>
        <pc:grpChg chg="add mod">
          <ac:chgData name="Lons, Guillermina" userId="c87ec4f0-8e8c-41ad-8fc3-043551d5e429" providerId="ADAL" clId="{F4C742C0-660A-4CC0-AD7F-796BEB90E37B}" dt="2024-03-12T18:19:39.983" v="117" actId="1076"/>
          <ac:grpSpMkLst>
            <pc:docMk/>
            <pc:sldMk cId="1405767419" sldId="453"/>
            <ac:grpSpMk id="24" creationId="{FC502528-5573-3BBE-FF63-BD7A51A074A9}"/>
          </ac:grpSpMkLst>
        </pc:grpChg>
        <pc:grpChg chg="del">
          <ac:chgData name="Lons, Guillermina" userId="c87ec4f0-8e8c-41ad-8fc3-043551d5e429" providerId="ADAL" clId="{F4C742C0-660A-4CC0-AD7F-796BEB90E37B}" dt="2024-03-12T18:03:46.552" v="4" actId="478"/>
          <ac:grpSpMkLst>
            <pc:docMk/>
            <pc:sldMk cId="1405767419" sldId="453"/>
            <ac:grpSpMk id="403" creationId="{00000000-0000-0000-0000-000000000000}"/>
          </ac:grpSpMkLst>
        </pc:grpChg>
        <pc:grpChg chg="del">
          <ac:chgData name="Lons, Guillermina" userId="c87ec4f0-8e8c-41ad-8fc3-043551d5e429" providerId="ADAL" clId="{F4C742C0-660A-4CC0-AD7F-796BEB90E37B}" dt="2024-03-12T18:03:55.311" v="8" actId="478"/>
          <ac:grpSpMkLst>
            <pc:docMk/>
            <pc:sldMk cId="1405767419" sldId="453"/>
            <ac:grpSpMk id="409" creationId="{00000000-0000-0000-0000-000000000000}"/>
          </ac:grpSpMkLst>
        </pc:grpChg>
        <pc:picChg chg="add del mod ord">
          <ac:chgData name="Lons, Guillermina" userId="c87ec4f0-8e8c-41ad-8fc3-043551d5e429" providerId="ADAL" clId="{F4C742C0-660A-4CC0-AD7F-796BEB90E37B}" dt="2024-03-12T18:18:23.809" v="103" actId="478"/>
          <ac:picMkLst>
            <pc:docMk/>
            <pc:sldMk cId="1405767419" sldId="453"/>
            <ac:picMk id="10" creationId="{1AA0A827-7D2F-2C10-5C53-EFC2577DCD0C}"/>
          </ac:picMkLst>
        </pc:picChg>
        <pc:picChg chg="add del mod ord">
          <ac:chgData name="Lons, Guillermina" userId="c87ec4f0-8e8c-41ad-8fc3-043551d5e429" providerId="ADAL" clId="{F4C742C0-660A-4CC0-AD7F-796BEB90E37B}" dt="2024-03-12T18:19:29.878" v="113" actId="478"/>
          <ac:picMkLst>
            <pc:docMk/>
            <pc:sldMk cId="1405767419" sldId="453"/>
            <ac:picMk id="22" creationId="{26B1F461-8A3A-C6CE-47F9-05C3F93272C1}"/>
          </ac:picMkLst>
        </pc:picChg>
        <pc:cxnChg chg="add del">
          <ac:chgData name="Lons, Guillermina" userId="c87ec4f0-8e8c-41ad-8fc3-043551d5e429" providerId="ADAL" clId="{F4C742C0-660A-4CC0-AD7F-796BEB90E37B}" dt="2024-03-12T18:15:48.363" v="89" actId="11529"/>
          <ac:cxnSpMkLst>
            <pc:docMk/>
            <pc:sldMk cId="1405767419" sldId="453"/>
            <ac:cxnSpMk id="15" creationId="{B3E4AE09-58DB-BDAA-8444-C55ABA6F1064}"/>
          </ac:cxnSpMkLst>
        </pc:cxnChg>
        <pc:cxnChg chg="add del mod">
          <ac:chgData name="Lons, Guillermina" userId="c87ec4f0-8e8c-41ad-8fc3-043551d5e429" providerId="ADAL" clId="{F4C742C0-660A-4CC0-AD7F-796BEB90E37B}" dt="2024-03-12T18:16:11.953" v="93" actId="478"/>
          <ac:cxnSpMkLst>
            <pc:docMk/>
            <pc:sldMk cId="1405767419" sldId="453"/>
            <ac:cxnSpMk id="17" creationId="{F5846118-FF95-803D-8F66-56D5C8CFEE29}"/>
          </ac:cxnSpMkLst>
        </pc:cxnChg>
        <pc:cxnChg chg="del">
          <ac:chgData name="Lons, Guillermina" userId="c87ec4f0-8e8c-41ad-8fc3-043551d5e429" providerId="ADAL" clId="{F4C742C0-660A-4CC0-AD7F-796BEB90E37B}" dt="2024-03-12T18:03:52.609" v="7" actId="478"/>
          <ac:cxnSpMkLst>
            <pc:docMk/>
            <pc:sldMk cId="1405767419" sldId="453"/>
            <ac:cxnSpMk id="398" creationId="{00000000-0000-0000-0000-000000000000}"/>
          </ac:cxnSpMkLst>
        </pc:cxnChg>
        <pc:cxnChg chg="del topLvl">
          <ac:chgData name="Lons, Guillermina" userId="c87ec4f0-8e8c-41ad-8fc3-043551d5e429" providerId="ADAL" clId="{F4C742C0-660A-4CC0-AD7F-796BEB90E37B}" dt="2024-03-12T18:04:00.178" v="11" actId="478"/>
          <ac:cxnSpMkLst>
            <pc:docMk/>
            <pc:sldMk cId="1405767419" sldId="453"/>
            <ac:cxnSpMk id="401" creationId="{00000000-0000-0000-0000-000000000000}"/>
          </ac:cxnSpMkLst>
        </pc:cxnChg>
        <pc:cxnChg chg="del">
          <ac:chgData name="Lons, Guillermina" userId="c87ec4f0-8e8c-41ad-8fc3-043551d5e429" providerId="ADAL" clId="{F4C742C0-660A-4CC0-AD7F-796BEB90E37B}" dt="2024-03-12T18:03:48.460" v="5" actId="478"/>
          <ac:cxnSpMkLst>
            <pc:docMk/>
            <pc:sldMk cId="1405767419" sldId="453"/>
            <ac:cxnSpMk id="404" creationId="{00000000-0000-0000-0000-000000000000}"/>
          </ac:cxnSpMkLst>
        </pc:cxnChg>
        <pc:cxnChg chg="del">
          <ac:chgData name="Lons, Guillermina" userId="c87ec4f0-8e8c-41ad-8fc3-043551d5e429" providerId="ADAL" clId="{F4C742C0-660A-4CC0-AD7F-796BEB90E37B}" dt="2024-03-12T18:03:55.311" v="8" actId="478"/>
          <ac:cxnSpMkLst>
            <pc:docMk/>
            <pc:sldMk cId="1405767419" sldId="453"/>
            <ac:cxnSpMk id="410" creationId="{00000000-0000-0000-0000-000000000000}"/>
          </ac:cxnSpMkLst>
        </pc:cxnChg>
      </pc:sldChg>
      <pc:sldChg chg="del">
        <pc:chgData name="Lons, Guillermina" userId="c87ec4f0-8e8c-41ad-8fc3-043551d5e429" providerId="ADAL" clId="{F4C742C0-660A-4CC0-AD7F-796BEB90E37B}" dt="2024-03-12T18:03:37.795" v="1" actId="47"/>
        <pc:sldMkLst>
          <pc:docMk/>
          <pc:sldMk cId="289159844" sldId="4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3/12/2024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3/12/2024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>
          <a:xfrm>
            <a:off x="1879392" y="727200"/>
            <a:ext cx="5400000" cy="54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77992" y="5362786"/>
            <a:ext cx="4194008" cy="50564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100" b="0">
                <a:solidFill>
                  <a:schemeClr val="accent1"/>
                </a:solidFill>
                <a:latin typeface="+mn-lt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21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76238" y="6381750"/>
            <a:ext cx="4195762" cy="2984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9A113E-785C-4134-8B30-C210B45A185B}"/>
              </a:ext>
            </a:extLst>
          </p:cNvPr>
          <p:cNvGrpSpPr/>
          <p:nvPr userDrawn="1"/>
        </p:nvGrpSpPr>
        <p:grpSpPr>
          <a:xfrm>
            <a:off x="377991" y="378000"/>
            <a:ext cx="162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8B63D4AF-3B48-46E9-A5BC-05D6E40A037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A7DB2B4-34F3-4209-AB15-3939E83096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D67DD513-9C28-43CE-9C97-03ABF980BB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5F1C21B-2948-452A-8D98-14E87B3929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D2800B59-8859-4815-9BC5-6B8682E48AA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900F0BCA-DAAA-4CD7-8F11-6B4714C44F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5B0F19FD-7764-49DD-9C06-0151DEA183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0D1383FB-68AE-4159-92C7-C280A8A75D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D88654C6-F22A-4DE8-873A-3FC20CA0A5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405D0B8C-3752-4ABF-A9D1-C4A80E7D1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498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7059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6238" y="1628774"/>
            <a:ext cx="6958012" cy="4752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391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646692" y="405929"/>
            <a:ext cx="2103120" cy="1027760"/>
          </a:xfrm>
        </p:spPr>
        <p:txBody>
          <a:bodyPr/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94189" y="1700213"/>
            <a:ext cx="2074691" cy="4656835"/>
          </a:xfrm>
        </p:spPr>
        <p:txBody>
          <a:bodyPr/>
          <a:lstStyle>
            <a:lvl1pPr>
              <a:spcBef>
                <a:spcPts val="0"/>
              </a:spcBef>
              <a:spcAft>
                <a:spcPts val="554"/>
              </a:spcAft>
              <a:defRPr sz="969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835276" y="1700212"/>
            <a:ext cx="5914537" cy="4657726"/>
          </a:xfrm>
        </p:spPr>
        <p:txBody>
          <a:bodyPr/>
          <a:lstStyle>
            <a:lvl1pPr>
              <a:spcBef>
                <a:spcPts val="1662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A751F6-96CD-4D47-9334-26CB35377F81}"/>
              </a:ext>
            </a:extLst>
          </p:cNvPr>
          <p:cNvGrpSpPr/>
          <p:nvPr/>
        </p:nvGrpSpPr>
        <p:grpSpPr>
          <a:xfrm>
            <a:off x="377991" y="378000"/>
            <a:ext cx="162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208AFD29-2473-4B74-B317-20817E37D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4A35AAC-FF34-4B4D-B2F4-E62F3556D1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3A260268-5F2D-4ED9-BC62-469BD612F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B89B9D2F-BC9E-4F1B-8627-B2EF4F0C6B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2B0A675B-0F0F-403D-BC22-B4B8F2728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9471D3B0-20F4-47CE-8982-C04B5F3D9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A3CB533-5498-4F6B-BF48-FF0372CE9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3C454093-5492-4277-8415-5B9CB1FF9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F749E689-4E6D-481F-99B3-D26F79BE39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C9A105F6-34CE-4A24-8EB2-0393846755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408202"/>
      </p:ext>
    </p:extLst>
  </p:cSld>
  <p:clrMapOvr>
    <a:masterClrMapping/>
  </p:clrMapOvr>
  <p:transition>
    <p:fade/>
  </p:transition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6958012" cy="4716463"/>
          </a:xfrm>
          <a:prstGeom prst="rect">
            <a:avLst/>
          </a:prstGeom>
        </p:spPr>
        <p:txBody>
          <a:bodyPr/>
          <a:lstStyle>
            <a:lvl1pPr>
              <a:tabLst>
                <a:tab pos="6729413" algn="r"/>
              </a:tabLst>
              <a:defRPr>
                <a:latin typeface="+mn-lt"/>
              </a:defRPr>
            </a:lvl1pPr>
            <a:lvl2pPr>
              <a:tabLst>
                <a:tab pos="6729413" algn="r"/>
              </a:tabLst>
              <a:defRPr>
                <a:latin typeface="+mj-lt"/>
              </a:defRPr>
            </a:lvl2pPr>
            <a:lvl3pPr>
              <a:tabLst>
                <a:tab pos="6729413" algn="r"/>
              </a:tabLst>
              <a:defRPr>
                <a:latin typeface="+mn-lt"/>
              </a:defRPr>
            </a:lvl3pPr>
            <a:lvl4pPr>
              <a:tabLst>
                <a:tab pos="6729413" algn="r"/>
              </a:tabLst>
              <a:defRPr>
                <a:latin typeface="+mn-lt"/>
              </a:defRPr>
            </a:lvl4pPr>
            <a:lvl5pPr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9" y="317499"/>
            <a:ext cx="8385174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876891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501"/>
            <a:ext cx="8391525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4087763" y="1701801"/>
            <a:ext cx="4680000" cy="4679950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3342322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>
                <a:latin typeface="+mn-lt"/>
              </a:defRPr>
            </a:lvl1pPr>
            <a:lvl2pPr>
              <a:tabLst>
                <a:tab pos="5029200" algn="r"/>
              </a:tabLst>
              <a:defRPr>
                <a:latin typeface="+mj-lt"/>
              </a:defRPr>
            </a:lvl2pPr>
            <a:lvl3pPr>
              <a:tabLst>
                <a:tab pos="5029200" algn="r"/>
              </a:tabLst>
              <a:defRPr>
                <a:latin typeface="+mn-lt"/>
              </a:defRPr>
            </a:lvl3pPr>
            <a:lvl4pPr>
              <a:tabLst>
                <a:tab pos="5029200" algn="r"/>
              </a:tabLst>
              <a:defRPr>
                <a:latin typeface="+mn-lt"/>
              </a:defRPr>
            </a:lvl4pPr>
            <a:lvl5pPr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716708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698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376238" y="1665288"/>
            <a:ext cx="8374062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242529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&amp; 1 column tex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698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376238" y="1665288"/>
            <a:ext cx="8374062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4751388" y="6476999"/>
            <a:ext cx="36724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76237" y="6477000"/>
            <a:ext cx="40163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2020 Deloitte S-</a:t>
            </a:r>
            <a:r>
              <a:rPr lang="en-US" sz="90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Latam</a:t>
            </a: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S.C.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536782" y="6477000"/>
            <a:ext cx="23098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73128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6238" y="317499"/>
            <a:ext cx="837176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376238" y="1700213"/>
            <a:ext cx="8374062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8739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6238" y="317499"/>
            <a:ext cx="837176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376238" y="1700213"/>
            <a:ext cx="8374062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972498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376239" y="2051999"/>
            <a:ext cx="8391524" cy="406901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6239" y="1700213"/>
            <a:ext cx="8391524" cy="3571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8" y="6121013"/>
            <a:ext cx="8391525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602062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378000" y="2051999"/>
            <a:ext cx="2662162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6237" y="1665289"/>
            <a:ext cx="2671763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3227388" y="2051999"/>
            <a:ext cx="2671212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227388" y="1665289"/>
            <a:ext cx="2671211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6094797" y="2051999"/>
            <a:ext cx="2672965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094797" y="1659145"/>
            <a:ext cx="2672966" cy="3982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7" y="6121013"/>
            <a:ext cx="8374064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543821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499"/>
            <a:ext cx="840200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40200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3979184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4786154" y="1665288"/>
            <a:ext cx="3992086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18535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500"/>
            <a:ext cx="8391525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376237" y="1665288"/>
            <a:ext cx="3979185" cy="47164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4787999" y="1665288"/>
            <a:ext cx="3979763" cy="47164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66090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376239" y="1665288"/>
            <a:ext cx="4016374" cy="4455725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4755917" y="2125013"/>
            <a:ext cx="4011846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755917" y="1665288"/>
            <a:ext cx="4011846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7" y="6121013"/>
            <a:ext cx="8391525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53418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4755915" y="2125013"/>
            <a:ext cx="4011847" cy="3996000"/>
          </a:xfr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755916" y="1665288"/>
            <a:ext cx="4011847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7" y="6121013"/>
            <a:ext cx="8374064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376238" y="2125013"/>
            <a:ext cx="4004297" cy="3996000"/>
          </a:xfr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7" y="1665288"/>
            <a:ext cx="4004298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824470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9" y="317499"/>
            <a:ext cx="8391524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376237" y="1665288"/>
            <a:ext cx="3323893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087762" y="1700213"/>
            <a:ext cx="4680000" cy="4681537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5519807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500"/>
            <a:ext cx="8391525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683411" y="1658680"/>
            <a:ext cx="3084351" cy="47230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376238" y="1665288"/>
            <a:ext cx="4879761" cy="4716462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9" y="651600"/>
            <a:ext cx="8391524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320902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0"/>
            <a:ext cx="8391525" cy="698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76237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2495412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614587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33763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6237" y="3124200"/>
            <a:ext cx="2040351" cy="3257548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12472" y="3120550"/>
            <a:ext cx="2034000" cy="326119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97530" y="3124199"/>
            <a:ext cx="2034000" cy="325754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744876" y="3108508"/>
            <a:ext cx="2022887" cy="327324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76237" y="651600"/>
            <a:ext cx="839152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237050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0"/>
            <a:ext cx="8391525" cy="6985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378000" y="1707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68064" y="1700213"/>
            <a:ext cx="41063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8000" y="4065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68064" y="4065173"/>
            <a:ext cx="41063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378000" y="1880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4668064" y="1880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378000" y="4256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4668064" y="4256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012612" y="1880213"/>
            <a:ext cx="2466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297420" y="1880213"/>
            <a:ext cx="2476944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012612" y="4256213"/>
            <a:ext cx="2466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7420" y="4256213"/>
            <a:ext cx="2476944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A76EEA-1E52-4D3C-80ED-6243878A60CE}"/>
              </a:ext>
            </a:extLst>
          </p:cNvPr>
          <p:cNvSpPr/>
          <p:nvPr userDrawn="1"/>
        </p:nvSpPr>
        <p:spPr>
          <a:xfrm>
            <a:off x="378000" y="1707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C3849E-5B87-4E89-A696-B1A8AE50A843}"/>
              </a:ext>
            </a:extLst>
          </p:cNvPr>
          <p:cNvSpPr/>
          <p:nvPr userDrawn="1"/>
        </p:nvSpPr>
        <p:spPr>
          <a:xfrm>
            <a:off x="4668064" y="1700213"/>
            <a:ext cx="41063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37EC39-0EB2-483C-9B36-B0052D120453}"/>
              </a:ext>
            </a:extLst>
          </p:cNvPr>
          <p:cNvSpPr/>
          <p:nvPr userDrawn="1"/>
        </p:nvSpPr>
        <p:spPr>
          <a:xfrm>
            <a:off x="378000" y="4065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336B3-2575-4F6E-9BAD-8C32D75B6E63}"/>
              </a:ext>
            </a:extLst>
          </p:cNvPr>
          <p:cNvSpPr/>
          <p:nvPr userDrawn="1"/>
        </p:nvSpPr>
        <p:spPr>
          <a:xfrm>
            <a:off x="4668064" y="4065173"/>
            <a:ext cx="41063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00811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6984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6238" y="1700213"/>
            <a:ext cx="2771775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04798" y="1700213"/>
            <a:ext cx="2762965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204806" y="1700213"/>
            <a:ext cx="2743200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376238" y="3832225"/>
            <a:ext cx="2762962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3200400" y="3832225"/>
            <a:ext cx="2743200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6004798" y="3832225"/>
            <a:ext cx="2762965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3879376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082936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1857892"/>
            <a:ext cx="4100118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684646" y="1857892"/>
            <a:ext cx="4083117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6984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378000" y="1705378"/>
            <a:ext cx="41001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4646" y="1705378"/>
            <a:ext cx="40897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3577118" y="1863916"/>
            <a:ext cx="907655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7818462" y="1857892"/>
            <a:ext cx="93312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BDB6A6-081D-47AE-B102-5F147C322548}"/>
              </a:ext>
            </a:extLst>
          </p:cNvPr>
          <p:cNvSpPr/>
          <p:nvPr userDrawn="1"/>
        </p:nvSpPr>
        <p:spPr>
          <a:xfrm>
            <a:off x="378000" y="1705378"/>
            <a:ext cx="41001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93F86-C856-4EF0-B7D3-046C51438F3B}"/>
              </a:ext>
            </a:extLst>
          </p:cNvPr>
          <p:cNvSpPr/>
          <p:nvPr userDrawn="1"/>
        </p:nvSpPr>
        <p:spPr>
          <a:xfrm>
            <a:off x="4684646" y="1705378"/>
            <a:ext cx="40897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953095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1857892"/>
            <a:ext cx="4101706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684646" y="1857892"/>
            <a:ext cx="4091001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6978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378000" y="1705378"/>
            <a:ext cx="41001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4646" y="1705378"/>
            <a:ext cx="40897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7818462" y="1857892"/>
            <a:ext cx="93312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78000" y="4249682"/>
            <a:ext cx="4100118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4684645" y="4249682"/>
            <a:ext cx="4089719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78000" y="4103518"/>
            <a:ext cx="410170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84645" y="4103518"/>
            <a:ext cx="408353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3565870" y="4255706"/>
            <a:ext cx="929536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7818463" y="4249682"/>
            <a:ext cx="93312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9812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3577118" y="1863916"/>
            <a:ext cx="907655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85C88C-90C6-43DC-9A4C-58A4C0BA1F97}"/>
              </a:ext>
            </a:extLst>
          </p:cNvPr>
          <p:cNvSpPr/>
          <p:nvPr userDrawn="1"/>
        </p:nvSpPr>
        <p:spPr>
          <a:xfrm>
            <a:off x="378000" y="1705378"/>
            <a:ext cx="41001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3583D3-2ECA-4EAE-ABCB-5AE52087BD26}"/>
              </a:ext>
            </a:extLst>
          </p:cNvPr>
          <p:cNvSpPr/>
          <p:nvPr userDrawn="1"/>
        </p:nvSpPr>
        <p:spPr>
          <a:xfrm>
            <a:off x="4684646" y="1705378"/>
            <a:ext cx="40897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72F893-FB10-474A-AC95-BCC33ECE8AAB}"/>
              </a:ext>
            </a:extLst>
          </p:cNvPr>
          <p:cNvSpPr/>
          <p:nvPr userDrawn="1"/>
        </p:nvSpPr>
        <p:spPr>
          <a:xfrm>
            <a:off x="378000" y="4103518"/>
            <a:ext cx="410170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D7F804-E5A5-48DB-81A1-D1AC213808D6}"/>
              </a:ext>
            </a:extLst>
          </p:cNvPr>
          <p:cNvSpPr/>
          <p:nvPr userDrawn="1"/>
        </p:nvSpPr>
        <p:spPr>
          <a:xfrm>
            <a:off x="4684645" y="4103518"/>
            <a:ext cx="408353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83430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3240000" y="1705968"/>
            <a:ext cx="266708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8000" y="1700213"/>
            <a:ext cx="267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6475" y="1705968"/>
            <a:ext cx="268789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244283" y="1851441"/>
            <a:ext cx="2655433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8000" y="1851441"/>
            <a:ext cx="2670000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095999" y="1851441"/>
            <a:ext cx="2678365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20A274-4ADB-4809-84D4-900FDD40E432}"/>
              </a:ext>
            </a:extLst>
          </p:cNvPr>
          <p:cNvSpPr/>
          <p:nvPr userDrawn="1"/>
        </p:nvSpPr>
        <p:spPr>
          <a:xfrm>
            <a:off x="3240000" y="1705968"/>
            <a:ext cx="266708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AE089E-4A0A-4EC7-9961-71221BF50F81}"/>
              </a:ext>
            </a:extLst>
          </p:cNvPr>
          <p:cNvSpPr/>
          <p:nvPr userDrawn="1"/>
        </p:nvSpPr>
        <p:spPr>
          <a:xfrm>
            <a:off x="378000" y="1700213"/>
            <a:ext cx="267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94FD0-40C2-4639-AF6C-A43126827B59}"/>
              </a:ext>
            </a:extLst>
          </p:cNvPr>
          <p:cNvSpPr/>
          <p:nvPr userDrawn="1"/>
        </p:nvSpPr>
        <p:spPr>
          <a:xfrm>
            <a:off x="6086475" y="1705968"/>
            <a:ext cx="268789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2947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70518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822627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526209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674418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269679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376237" y="1665288"/>
            <a:ext cx="4195763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068960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009628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952044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D17BFC3-2A9C-4DC6-A8F9-5A12A7AD902E}"/>
              </a:ext>
            </a:extLst>
          </p:cNvPr>
          <p:cNvGrpSpPr>
            <a:grpSpLocks noChangeAspect="1"/>
          </p:cNvGrpSpPr>
          <p:nvPr/>
        </p:nvGrpSpPr>
        <p:grpSpPr>
          <a:xfrm>
            <a:off x="374904" y="374904"/>
            <a:ext cx="1618488" cy="303284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FC4A5099-C2A9-4238-8462-F6DD53BE8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A04BF6B-C7FB-492E-ADC5-C8D0B35565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14D2D705-0E89-49E7-904D-B19DEA0D6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72608037-8C36-4FDF-8649-68474055E4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88DE3F89-5064-420A-9400-E9D3EDB16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6E22AD9C-EE72-4F5E-9A94-C465F8221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F8716950-6EF8-4707-BE9F-17C1253A3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39DA23AC-3618-428F-B090-148A81D13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6111C4D2-34B0-4F91-B8D7-DD8111D0C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B75D5820-359A-4451-9568-D8E3E2866B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76239" y="4211955"/>
            <a:ext cx="6396702" cy="2169796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028135" y="4211955"/>
            <a:ext cx="1739627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 dirty="0"/>
              <a:t>Insert sponsorship mark here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7028137" y="6018028"/>
            <a:ext cx="1739626" cy="363722"/>
          </a:xfrm>
        </p:spPr>
        <p:txBody>
          <a:bodyPr anchor="b" anchorCtr="0"/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6477277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502000" y="1368000"/>
            <a:ext cx="4140000" cy="414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4200"/>
              </a:lnSpc>
              <a:defRPr sz="36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376238" y="5864229"/>
            <a:ext cx="419576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76238" y="6381750"/>
            <a:ext cx="4195762" cy="29845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377991" y="378000"/>
            <a:ext cx="162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8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0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8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81628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4751388" y="6476999"/>
            <a:ext cx="36724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Spanish Latin America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36782" y="6477000"/>
            <a:ext cx="23098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76237" y="6477000"/>
            <a:ext cx="40163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2020 Deloitte S-</a:t>
            </a:r>
            <a:r>
              <a:rPr lang="en-US" sz="90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Latam</a:t>
            </a: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S.C.</a:t>
            </a: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4751388" y="6476999"/>
            <a:ext cx="36724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Spanish Latin America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36782" y="6477000"/>
            <a:ext cx="23098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76237" y="6477000"/>
            <a:ext cx="40163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2020 Deloitte S-</a:t>
            </a:r>
            <a:r>
              <a:rPr lang="en-US" sz="90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Latam</a:t>
            </a:r>
            <a:r>
              <a:rPr lang="en-US" sz="9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S.C.</a:t>
            </a: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6238" y="1628774"/>
            <a:ext cx="6958012" cy="475297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6958012" cy="4716463"/>
          </a:xfrm>
          <a:prstGeom prst="rect">
            <a:avLst/>
          </a:prstGeom>
        </p:spPr>
        <p:txBody>
          <a:bodyPr/>
          <a:lstStyle>
            <a:lvl1pPr>
              <a:tabLst>
                <a:tab pos="6729413" algn="r"/>
              </a:tabLst>
              <a:defRPr/>
            </a:lvl1pPr>
            <a:lvl2pPr>
              <a:tabLst>
                <a:tab pos="6729413" algn="r"/>
              </a:tabLst>
              <a:defRPr/>
            </a:lvl2pPr>
            <a:lvl3pPr>
              <a:tabLst>
                <a:tab pos="6729413" algn="r"/>
              </a:tabLst>
              <a:defRPr/>
            </a:lvl3pPr>
            <a:lvl4pPr>
              <a:tabLst>
                <a:tab pos="6729413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9" y="317499"/>
            <a:ext cx="8385174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501"/>
            <a:ext cx="8391525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4087763" y="1701801"/>
            <a:ext cx="4680000" cy="4679950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3342322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6985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376238" y="1665288"/>
            <a:ext cx="8374062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6238" y="317499"/>
            <a:ext cx="8371762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376238" y="1665288"/>
            <a:ext cx="8374062" cy="471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6238" y="317499"/>
            <a:ext cx="8371762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376238" y="1700213"/>
            <a:ext cx="8374062" cy="46789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376239" y="2051999"/>
            <a:ext cx="8391524" cy="4069013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6239" y="1665289"/>
            <a:ext cx="8391524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8" y="6121013"/>
            <a:ext cx="8391525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378000" y="2051999"/>
            <a:ext cx="2662162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6237" y="1665289"/>
            <a:ext cx="2671763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3227388" y="2051999"/>
            <a:ext cx="2671212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227388" y="1665289"/>
            <a:ext cx="2671211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6094797" y="2051999"/>
            <a:ext cx="2672965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094797" y="1659145"/>
            <a:ext cx="2672966" cy="3982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7" y="6121013"/>
            <a:ext cx="8374064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499"/>
            <a:ext cx="8402002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40200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3979184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4786154" y="1665288"/>
            <a:ext cx="3992086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500"/>
            <a:ext cx="8391525" cy="334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376237" y="1665288"/>
            <a:ext cx="3979185" cy="471646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4787999" y="1665288"/>
            <a:ext cx="3979763" cy="471646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376239" y="1665288"/>
            <a:ext cx="4016374" cy="4455725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4755917" y="2125013"/>
            <a:ext cx="4011846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755917" y="1665288"/>
            <a:ext cx="4011846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7" y="6121013"/>
            <a:ext cx="8391525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4755915" y="2125013"/>
            <a:ext cx="4011847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755916" y="1665288"/>
            <a:ext cx="4011847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376237" y="6121013"/>
            <a:ext cx="8374064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376238" y="2125013"/>
            <a:ext cx="4004297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7" y="1665288"/>
            <a:ext cx="4004298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9" y="317499"/>
            <a:ext cx="8391524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376237" y="1665288"/>
            <a:ext cx="3323893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087762" y="1700213"/>
            <a:ext cx="4680000" cy="4681537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500"/>
            <a:ext cx="8391525" cy="334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683411" y="1658680"/>
            <a:ext cx="3084351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376238" y="1665288"/>
            <a:ext cx="4879761" cy="4716462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9" y="651600"/>
            <a:ext cx="8391524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0"/>
            <a:ext cx="8391525" cy="3341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76237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2495412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614587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33763" y="1700213"/>
            <a:ext cx="203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6237" y="3124200"/>
            <a:ext cx="2040351" cy="3257548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12472" y="3120550"/>
            <a:ext cx="2034000" cy="326119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97530" y="3124199"/>
            <a:ext cx="2034000" cy="325754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744876" y="3108508"/>
            <a:ext cx="2022887" cy="327324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76237" y="651600"/>
            <a:ext cx="839152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0"/>
            <a:ext cx="8391525" cy="3341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78000" y="1707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68064" y="1700213"/>
            <a:ext cx="41063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78000" y="4065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4668064" y="4065173"/>
            <a:ext cx="41063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378000" y="1880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4668064" y="1880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378000" y="4256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4668064" y="4256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012612" y="1880213"/>
            <a:ext cx="24660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+mj-lt"/>
              </a:defRPr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297420" y="1880213"/>
            <a:ext cx="2476944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+mj-lt"/>
              </a:defRPr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012612" y="4256213"/>
            <a:ext cx="2466000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+mj-lt"/>
              </a:defRPr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7420" y="4256213"/>
            <a:ext cx="2476944" cy="1944000"/>
          </a:xfrm>
        </p:spPr>
        <p:txBody>
          <a:bodyPr/>
          <a:lstStyle>
            <a:lvl1pPr>
              <a:spcAft>
                <a:spcPts val="0"/>
              </a:spcAft>
              <a:defRPr b="1">
                <a:latin typeface="+mj-lt"/>
              </a:defRPr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6238" y="1700213"/>
            <a:ext cx="2771775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04798" y="1700213"/>
            <a:ext cx="2762965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204806" y="1700213"/>
            <a:ext cx="2743200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376238" y="3832225"/>
            <a:ext cx="2762962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3200400" y="3832225"/>
            <a:ext cx="27432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6004798" y="3832225"/>
            <a:ext cx="2762965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1857892"/>
            <a:ext cx="4100118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684646" y="1857892"/>
            <a:ext cx="4083117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78000" y="1705378"/>
            <a:ext cx="41001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84646" y="1705378"/>
            <a:ext cx="40897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3577118" y="1863916"/>
            <a:ext cx="907655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7818462" y="1857892"/>
            <a:ext cx="93312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1857892"/>
            <a:ext cx="4101706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684646" y="1857892"/>
            <a:ext cx="4091001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78000" y="1705378"/>
            <a:ext cx="41001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84646" y="1705378"/>
            <a:ext cx="40897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7818462" y="1857892"/>
            <a:ext cx="93312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78000" y="4249682"/>
            <a:ext cx="4100118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4684645" y="4249682"/>
            <a:ext cx="4089719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78000" y="4103518"/>
            <a:ext cx="410170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4684645" y="4103518"/>
            <a:ext cx="408353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3565870" y="4255706"/>
            <a:ext cx="929536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7818463" y="4249682"/>
            <a:ext cx="93312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9812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3577118" y="1863916"/>
            <a:ext cx="907655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240000" y="1705968"/>
            <a:ext cx="266708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78000" y="1700213"/>
            <a:ext cx="267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086475" y="1705968"/>
            <a:ext cx="268789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244283" y="1851441"/>
            <a:ext cx="2655433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8000" y="1851441"/>
            <a:ext cx="2670000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095999" y="1851441"/>
            <a:ext cx="2678365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822627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526209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674418" y="2556000"/>
            <a:ext cx="1944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376237" y="1665288"/>
            <a:ext cx="4195763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76239" y="4211955"/>
            <a:ext cx="6396702" cy="2169796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028135" y="4211955"/>
            <a:ext cx="1739627" cy="1725448"/>
          </a:xfrm>
        </p:spPr>
        <p:txBody>
          <a:bodyPr anchor="ctr" anchorCtr="0"/>
          <a:lstStyle>
            <a:lvl1pPr algn="ctr">
              <a:defRPr sz="900"/>
            </a:lvl1pPr>
          </a:lstStyle>
          <a:p>
            <a:r>
              <a:rPr lang="en-US" sz="900" noProof="0" dirty="0"/>
              <a:t>Insert sponsorship mark here</a:t>
            </a:r>
            <a:endParaRPr lang="en-US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7028137" y="6018028"/>
            <a:ext cx="1739626" cy="363722"/>
          </a:xfrm>
        </p:spPr>
        <p:txBody>
          <a:bodyPr anchor="b" anchorCtr="0"/>
          <a:lstStyle>
            <a:lvl1pPr>
              <a:lnSpc>
                <a:spcPct val="100000"/>
              </a:lnSpc>
              <a:defRPr sz="95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377991" y="378000"/>
            <a:ext cx="162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52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22089821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76238" y="317501"/>
            <a:ext cx="8391525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376237" y="1665289"/>
            <a:ext cx="8391525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385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802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  <p:sldLayoutId id="2147483781" r:id="rId23"/>
    <p:sldLayoutId id="2147483782" r:id="rId24"/>
    <p:sldLayoutId id="2147483783" r:id="rId25"/>
    <p:sldLayoutId id="2147483784" r:id="rId26"/>
    <p:sldLayoutId id="2147483785" r:id="rId27"/>
    <p:sldLayoutId id="2147483786" r:id="rId28"/>
    <p:sldLayoutId id="2147483787" r:id="rId29"/>
    <p:sldLayoutId id="2147483789" r:id="rId30"/>
    <p:sldLayoutId id="2147483755" r:id="rId31"/>
    <p:sldLayoutId id="2147483706" r:id="rId32"/>
    <p:sldLayoutId id="2147483707" r:id="rId33"/>
    <p:sldLayoutId id="2147483713" r:id="rId34"/>
    <p:sldLayoutId id="2147483753" r:id="rId35"/>
    <p:sldLayoutId id="2147483679" r:id="rId36"/>
    <p:sldLayoutId id="2147483712" r:id="rId37"/>
    <p:sldLayoutId id="2147483678" r:id="rId38"/>
    <p:sldLayoutId id="2147483681" r:id="rId39"/>
    <p:sldLayoutId id="2147483735" r:id="rId40"/>
    <p:sldLayoutId id="2147483699" r:id="rId41"/>
    <p:sldLayoutId id="2147483714" r:id="rId42"/>
    <p:sldLayoutId id="2147483697" r:id="rId43"/>
    <p:sldLayoutId id="2147483715" r:id="rId44"/>
    <p:sldLayoutId id="2147483716" r:id="rId45"/>
    <p:sldLayoutId id="2147483717" r:id="rId46"/>
    <p:sldLayoutId id="2147483718" r:id="rId47"/>
    <p:sldLayoutId id="2147483728" r:id="rId48"/>
    <p:sldLayoutId id="2147483720" r:id="rId49"/>
    <p:sldLayoutId id="2147483721" r:id="rId50"/>
    <p:sldLayoutId id="2147483722" r:id="rId51"/>
    <p:sldLayoutId id="2147483695" r:id="rId52"/>
    <p:sldLayoutId id="2147483751" r:id="rId53"/>
    <p:sldLayoutId id="2147483724" r:id="rId54"/>
    <p:sldLayoutId id="2147483725" r:id="rId55"/>
    <p:sldLayoutId id="2147483726" r:id="rId56"/>
    <p:sldLayoutId id="2147483698" r:id="rId57"/>
    <p:sldLayoutId id="2147483752" r:id="rId58"/>
    <p:sldLayoutId id="2147483696" r:id="rId59"/>
    <p:sldLayoutId id="2147483750" r:id="rId60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0" indent="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300" b="1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17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532800" indent="-1764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pos="3834" userDrawn="1">
          <p15:clr>
            <a:srgbClr val="F26B43"/>
          </p15:clr>
        </p15:guide>
        <p15:guide id="24" orient="horz" pos="2160" userDrawn="1">
          <p15:clr>
            <a:srgbClr val="F26B43"/>
          </p15:clr>
        </p15:guide>
        <p15:guide id="25" orient="horz" pos="4020" userDrawn="1">
          <p15:clr>
            <a:srgbClr val="F26B43"/>
          </p15:clr>
        </p15:guide>
        <p15:guide id="26" pos="237" userDrawn="1">
          <p15:clr>
            <a:srgbClr val="F26B43"/>
          </p15:clr>
        </p15:guide>
        <p15:guide id="27" pos="5523" userDrawn="1">
          <p15:clr>
            <a:srgbClr val="F26B43"/>
          </p15:clr>
        </p15:guide>
        <p15:guide id="28" orient="horz" pos="1071" userDrawn="1">
          <p15:clr>
            <a:srgbClr val="F26B43"/>
          </p15:clr>
        </p15:guide>
        <p15:guide id="29" orient="horz" pos="200" userDrawn="1">
          <p15:clr>
            <a:srgbClr val="F26B43"/>
          </p15:clr>
        </p15:guide>
        <p15:guide id="30" orient="horz" pos="4080" userDrawn="1">
          <p15:clr>
            <a:srgbClr val="F26B43"/>
          </p15:clr>
        </p15:guide>
        <p15:guide id="31" pos="3721" userDrawn="1">
          <p15:clr>
            <a:srgbClr val="F26B43"/>
          </p15:clr>
        </p15:guide>
        <p15:guide id="32" orient="horz" pos="236" userDrawn="1">
          <p15:clr>
            <a:srgbClr val="F26B43"/>
          </p15:clr>
        </p15:guide>
        <p15:guide id="33" pos="1022" userDrawn="1">
          <p15:clr>
            <a:srgbClr val="F26B43"/>
          </p15:clr>
        </p15:guide>
        <p15:guide id="34" pos="1137" userDrawn="1">
          <p15:clr>
            <a:srgbClr val="F26B43"/>
          </p15:clr>
        </p15:guide>
        <p15:guide id="35" pos="1920" userDrawn="1">
          <p15:clr>
            <a:srgbClr val="F26B43"/>
          </p15:clr>
        </p15:guide>
        <p15:guide id="36" pos="2033" userDrawn="1">
          <p15:clr>
            <a:srgbClr val="F26B43"/>
          </p15:clr>
        </p15:guide>
        <p15:guide id="37" pos="4620" userDrawn="1">
          <p15:clr>
            <a:srgbClr val="F26B43"/>
          </p15:clr>
        </p15:guide>
        <p15:guide id="38" pos="2823" userDrawn="1">
          <p15:clr>
            <a:srgbClr val="F26B43"/>
          </p15:clr>
        </p15:guide>
        <p15:guide id="39" pos="2937" userDrawn="1">
          <p15:clr>
            <a:srgbClr val="F26B43"/>
          </p15:clr>
        </p15:guide>
        <p15:guide id="40" pos="2880" userDrawn="1">
          <p15:clr>
            <a:srgbClr val="F26B43"/>
          </p15:clr>
        </p15:guide>
        <p15:guide id="41" pos="4734" userDrawn="1">
          <p15:clr>
            <a:srgbClr val="F26B43"/>
          </p15:clr>
        </p15:guide>
        <p15:guide id="42" orient="horz" pos="1049" userDrawn="1">
          <p15:clr>
            <a:srgbClr val="F26B43"/>
          </p15:clr>
        </p15:guide>
        <p15:guide id="43" orient="horz" pos="6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C502528-5573-3BBE-FF63-BD7A51A074A9}"/>
              </a:ext>
            </a:extLst>
          </p:cNvPr>
          <p:cNvGrpSpPr/>
          <p:nvPr/>
        </p:nvGrpSpPr>
        <p:grpSpPr>
          <a:xfrm>
            <a:off x="3150553" y="321191"/>
            <a:ext cx="2842894" cy="6215618"/>
            <a:chOff x="3527426" y="1462236"/>
            <a:chExt cx="2282825" cy="4991100"/>
          </a:xfrm>
        </p:grpSpPr>
        <p:grpSp>
          <p:nvGrpSpPr>
            <p:cNvPr id="4" name="Group 3"/>
            <p:cNvGrpSpPr/>
            <p:nvPr/>
          </p:nvGrpSpPr>
          <p:grpSpPr>
            <a:xfrm>
              <a:off x="3527426" y="1462236"/>
              <a:ext cx="2282825" cy="4991100"/>
              <a:chOff x="3527426" y="1462236"/>
              <a:chExt cx="2282825" cy="4991100"/>
            </a:xfrm>
          </p:grpSpPr>
          <p:sp>
            <p:nvSpPr>
              <p:cNvPr id="351" name="Freeform 139"/>
              <p:cNvSpPr>
                <a:spLocks/>
              </p:cNvSpPr>
              <p:nvPr/>
            </p:nvSpPr>
            <p:spPr bwMode="auto">
              <a:xfrm>
                <a:off x="3567114" y="4462611"/>
                <a:ext cx="930275" cy="631825"/>
              </a:xfrm>
              <a:custGeom>
                <a:avLst/>
                <a:gdLst/>
                <a:ahLst/>
                <a:cxnLst>
                  <a:cxn ang="0">
                    <a:pos x="159" y="181"/>
                  </a:cxn>
                  <a:cxn ang="0">
                    <a:pos x="35" y="296"/>
                  </a:cxn>
                  <a:cxn ang="0">
                    <a:pos x="0" y="536"/>
                  </a:cxn>
                  <a:cxn ang="0">
                    <a:pos x="35" y="852"/>
                  </a:cxn>
                  <a:cxn ang="0">
                    <a:pos x="192" y="893"/>
                  </a:cxn>
                  <a:cxn ang="0">
                    <a:pos x="264" y="968"/>
                  </a:cxn>
                  <a:cxn ang="0">
                    <a:pos x="137" y="1044"/>
                  </a:cxn>
                  <a:cxn ang="0">
                    <a:pos x="234" y="1197"/>
                  </a:cxn>
                  <a:cxn ang="0">
                    <a:pos x="271" y="1358"/>
                  </a:cxn>
                  <a:cxn ang="0">
                    <a:pos x="222" y="1504"/>
                  </a:cxn>
                  <a:cxn ang="0">
                    <a:pos x="252" y="1647"/>
                  </a:cxn>
                  <a:cxn ang="0">
                    <a:pos x="419" y="1643"/>
                  </a:cxn>
                  <a:cxn ang="0">
                    <a:pos x="534" y="1677"/>
                  </a:cxn>
                  <a:cxn ang="0">
                    <a:pos x="502" y="1828"/>
                  </a:cxn>
                  <a:cxn ang="0">
                    <a:pos x="297" y="1928"/>
                  </a:cxn>
                  <a:cxn ang="0">
                    <a:pos x="167" y="1941"/>
                  </a:cxn>
                  <a:cxn ang="0">
                    <a:pos x="444" y="2246"/>
                  </a:cxn>
                  <a:cxn ang="0">
                    <a:pos x="340" y="2420"/>
                  </a:cxn>
                  <a:cxn ang="0">
                    <a:pos x="374" y="2630"/>
                  </a:cxn>
                  <a:cxn ang="0">
                    <a:pos x="2101" y="2501"/>
                  </a:cxn>
                  <a:cxn ang="0">
                    <a:pos x="2234" y="2261"/>
                  </a:cxn>
                  <a:cxn ang="0">
                    <a:pos x="2397" y="2081"/>
                  </a:cxn>
                  <a:cxn ang="0">
                    <a:pos x="2737" y="1856"/>
                  </a:cxn>
                  <a:cxn ang="0">
                    <a:pos x="2913" y="1901"/>
                  </a:cxn>
                  <a:cxn ang="0">
                    <a:pos x="2983" y="1568"/>
                  </a:cxn>
                  <a:cxn ang="0">
                    <a:pos x="3105" y="1508"/>
                  </a:cxn>
                  <a:cxn ang="0">
                    <a:pos x="3062" y="1019"/>
                  </a:cxn>
                  <a:cxn ang="0">
                    <a:pos x="3278" y="721"/>
                  </a:cxn>
                  <a:cxn ang="0">
                    <a:pos x="3400" y="721"/>
                  </a:cxn>
                  <a:cxn ang="0">
                    <a:pos x="3455" y="641"/>
                  </a:cxn>
                  <a:cxn ang="0">
                    <a:pos x="3253" y="506"/>
                  </a:cxn>
                  <a:cxn ang="0">
                    <a:pos x="3253" y="406"/>
                  </a:cxn>
                  <a:cxn ang="0">
                    <a:pos x="3425" y="371"/>
                  </a:cxn>
                  <a:cxn ang="0">
                    <a:pos x="3504" y="536"/>
                  </a:cxn>
                  <a:cxn ang="0">
                    <a:pos x="3667" y="541"/>
                  </a:cxn>
                  <a:cxn ang="0">
                    <a:pos x="3824" y="451"/>
                  </a:cxn>
                  <a:cxn ang="0">
                    <a:pos x="3794" y="331"/>
                  </a:cxn>
                  <a:cxn ang="0">
                    <a:pos x="3809" y="182"/>
                  </a:cxn>
                  <a:cxn ang="0">
                    <a:pos x="3720" y="32"/>
                  </a:cxn>
                  <a:cxn ang="0">
                    <a:pos x="3489" y="132"/>
                  </a:cxn>
                  <a:cxn ang="0">
                    <a:pos x="3588" y="242"/>
                  </a:cxn>
                  <a:cxn ang="0">
                    <a:pos x="3415" y="271"/>
                  </a:cxn>
                  <a:cxn ang="0">
                    <a:pos x="3367" y="177"/>
                  </a:cxn>
                  <a:cxn ang="0">
                    <a:pos x="3209" y="92"/>
                  </a:cxn>
                  <a:cxn ang="0">
                    <a:pos x="3098" y="0"/>
                  </a:cxn>
                  <a:cxn ang="0">
                    <a:pos x="646" y="143"/>
                  </a:cxn>
                  <a:cxn ang="0">
                    <a:pos x="159" y="181"/>
                  </a:cxn>
                </a:cxnLst>
                <a:rect l="0" t="0" r="r" b="b"/>
                <a:pathLst>
                  <a:path w="3824" h="2630">
                    <a:moveTo>
                      <a:pt x="159" y="181"/>
                    </a:moveTo>
                    <a:lnTo>
                      <a:pt x="35" y="296"/>
                    </a:lnTo>
                    <a:lnTo>
                      <a:pt x="0" y="536"/>
                    </a:lnTo>
                    <a:lnTo>
                      <a:pt x="35" y="852"/>
                    </a:lnTo>
                    <a:lnTo>
                      <a:pt x="192" y="893"/>
                    </a:lnTo>
                    <a:lnTo>
                      <a:pt x="264" y="968"/>
                    </a:lnTo>
                    <a:lnTo>
                      <a:pt x="137" y="1044"/>
                    </a:lnTo>
                    <a:lnTo>
                      <a:pt x="234" y="1197"/>
                    </a:lnTo>
                    <a:lnTo>
                      <a:pt x="271" y="1358"/>
                    </a:lnTo>
                    <a:lnTo>
                      <a:pt x="222" y="1504"/>
                    </a:lnTo>
                    <a:lnTo>
                      <a:pt x="252" y="1647"/>
                    </a:lnTo>
                    <a:lnTo>
                      <a:pt x="419" y="1643"/>
                    </a:lnTo>
                    <a:lnTo>
                      <a:pt x="534" y="1677"/>
                    </a:lnTo>
                    <a:lnTo>
                      <a:pt x="502" y="1828"/>
                    </a:lnTo>
                    <a:lnTo>
                      <a:pt x="297" y="1928"/>
                    </a:lnTo>
                    <a:lnTo>
                      <a:pt x="167" y="1941"/>
                    </a:lnTo>
                    <a:lnTo>
                      <a:pt x="444" y="2246"/>
                    </a:lnTo>
                    <a:lnTo>
                      <a:pt x="340" y="2420"/>
                    </a:lnTo>
                    <a:lnTo>
                      <a:pt x="374" y="2630"/>
                    </a:lnTo>
                    <a:lnTo>
                      <a:pt x="2101" y="2501"/>
                    </a:lnTo>
                    <a:lnTo>
                      <a:pt x="2234" y="2261"/>
                    </a:lnTo>
                    <a:lnTo>
                      <a:pt x="2397" y="2081"/>
                    </a:lnTo>
                    <a:lnTo>
                      <a:pt x="2737" y="1856"/>
                    </a:lnTo>
                    <a:lnTo>
                      <a:pt x="2913" y="1901"/>
                    </a:lnTo>
                    <a:lnTo>
                      <a:pt x="2983" y="1568"/>
                    </a:lnTo>
                    <a:lnTo>
                      <a:pt x="3105" y="1508"/>
                    </a:lnTo>
                    <a:lnTo>
                      <a:pt x="3062" y="1019"/>
                    </a:lnTo>
                    <a:lnTo>
                      <a:pt x="3278" y="721"/>
                    </a:lnTo>
                    <a:lnTo>
                      <a:pt x="3400" y="721"/>
                    </a:lnTo>
                    <a:lnTo>
                      <a:pt x="3455" y="641"/>
                    </a:lnTo>
                    <a:lnTo>
                      <a:pt x="3253" y="506"/>
                    </a:lnTo>
                    <a:lnTo>
                      <a:pt x="3253" y="406"/>
                    </a:lnTo>
                    <a:lnTo>
                      <a:pt x="3425" y="371"/>
                    </a:lnTo>
                    <a:lnTo>
                      <a:pt x="3504" y="536"/>
                    </a:lnTo>
                    <a:lnTo>
                      <a:pt x="3667" y="541"/>
                    </a:lnTo>
                    <a:lnTo>
                      <a:pt x="3824" y="451"/>
                    </a:lnTo>
                    <a:lnTo>
                      <a:pt x="3794" y="331"/>
                    </a:lnTo>
                    <a:lnTo>
                      <a:pt x="3809" y="182"/>
                    </a:lnTo>
                    <a:lnTo>
                      <a:pt x="3720" y="32"/>
                    </a:lnTo>
                    <a:lnTo>
                      <a:pt x="3489" y="132"/>
                    </a:lnTo>
                    <a:lnTo>
                      <a:pt x="3588" y="242"/>
                    </a:lnTo>
                    <a:lnTo>
                      <a:pt x="3415" y="271"/>
                    </a:lnTo>
                    <a:lnTo>
                      <a:pt x="3367" y="177"/>
                    </a:lnTo>
                    <a:lnTo>
                      <a:pt x="3209" y="92"/>
                    </a:lnTo>
                    <a:lnTo>
                      <a:pt x="3098" y="0"/>
                    </a:lnTo>
                    <a:lnTo>
                      <a:pt x="646" y="143"/>
                    </a:lnTo>
                    <a:lnTo>
                      <a:pt x="159" y="18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2" name="Freeform 140"/>
              <p:cNvSpPr>
                <a:spLocks/>
              </p:cNvSpPr>
              <p:nvPr/>
            </p:nvSpPr>
            <p:spPr bwMode="auto">
              <a:xfrm>
                <a:off x="3527426" y="5062686"/>
                <a:ext cx="754063" cy="971550"/>
              </a:xfrm>
              <a:custGeom>
                <a:avLst/>
                <a:gdLst/>
                <a:ahLst/>
                <a:cxnLst>
                  <a:cxn ang="0">
                    <a:pos x="429" y="104"/>
                  </a:cxn>
                  <a:cxn ang="0">
                    <a:pos x="415" y="271"/>
                  </a:cxn>
                  <a:cxn ang="0">
                    <a:pos x="461" y="419"/>
                  </a:cxn>
                  <a:cxn ang="0">
                    <a:pos x="391" y="580"/>
                  </a:cxn>
                  <a:cxn ang="0">
                    <a:pos x="417" y="718"/>
                  </a:cxn>
                  <a:cxn ang="0">
                    <a:pos x="311" y="906"/>
                  </a:cxn>
                  <a:cxn ang="0">
                    <a:pos x="272" y="1149"/>
                  </a:cxn>
                  <a:cxn ang="0">
                    <a:pos x="334" y="1285"/>
                  </a:cxn>
                  <a:cxn ang="0">
                    <a:pos x="271" y="1414"/>
                  </a:cxn>
                  <a:cxn ang="0">
                    <a:pos x="274" y="1549"/>
                  </a:cxn>
                  <a:cxn ang="0">
                    <a:pos x="1" y="1876"/>
                  </a:cxn>
                  <a:cxn ang="0">
                    <a:pos x="0" y="2083"/>
                  </a:cxn>
                  <a:cxn ang="0">
                    <a:pos x="52" y="2269"/>
                  </a:cxn>
                  <a:cxn ang="0">
                    <a:pos x="157" y="2378"/>
                  </a:cxn>
                  <a:cxn ang="0">
                    <a:pos x="201" y="2534"/>
                  </a:cxn>
                  <a:cxn ang="0">
                    <a:pos x="346" y="2462"/>
                  </a:cxn>
                  <a:cxn ang="0">
                    <a:pos x="483" y="2479"/>
                  </a:cxn>
                  <a:cxn ang="0">
                    <a:pos x="481" y="2770"/>
                  </a:cxn>
                  <a:cxn ang="0">
                    <a:pos x="463" y="2950"/>
                  </a:cxn>
                  <a:cxn ang="0">
                    <a:pos x="556" y="3088"/>
                  </a:cxn>
                  <a:cxn ang="0">
                    <a:pos x="803" y="3109"/>
                  </a:cxn>
                  <a:cxn ang="0">
                    <a:pos x="1381" y="3053"/>
                  </a:cxn>
                  <a:cxn ang="0">
                    <a:pos x="1643" y="3225"/>
                  </a:cxn>
                  <a:cxn ang="0">
                    <a:pos x="1736" y="3232"/>
                  </a:cxn>
                  <a:cxn ang="0">
                    <a:pos x="1677" y="3136"/>
                  </a:cxn>
                  <a:cxn ang="0">
                    <a:pos x="1598" y="3036"/>
                  </a:cxn>
                  <a:cxn ang="0">
                    <a:pos x="1512" y="2897"/>
                  </a:cxn>
                  <a:cxn ang="0">
                    <a:pos x="1504" y="2705"/>
                  </a:cxn>
                  <a:cxn ang="0">
                    <a:pos x="1453" y="2526"/>
                  </a:cxn>
                  <a:cxn ang="0">
                    <a:pos x="1480" y="2390"/>
                  </a:cxn>
                  <a:cxn ang="0">
                    <a:pos x="1547" y="2226"/>
                  </a:cxn>
                  <a:cxn ang="0">
                    <a:pos x="1716" y="2119"/>
                  </a:cxn>
                  <a:cxn ang="0">
                    <a:pos x="1846" y="1995"/>
                  </a:cxn>
                  <a:cxn ang="0">
                    <a:pos x="1870" y="1748"/>
                  </a:cxn>
                  <a:cxn ang="0">
                    <a:pos x="1866" y="1568"/>
                  </a:cxn>
                  <a:cxn ang="0">
                    <a:pos x="2232" y="1181"/>
                  </a:cxn>
                  <a:cxn ang="0">
                    <a:pos x="2449" y="946"/>
                  </a:cxn>
                  <a:cxn ang="0">
                    <a:pos x="2425" y="822"/>
                  </a:cxn>
                  <a:cxn ang="0">
                    <a:pos x="2480" y="642"/>
                  </a:cxn>
                  <a:cxn ang="0">
                    <a:pos x="2409" y="559"/>
                  </a:cxn>
                  <a:cxn ang="0">
                    <a:pos x="2279" y="547"/>
                  </a:cxn>
                  <a:cxn ang="0">
                    <a:pos x="2106" y="535"/>
                  </a:cxn>
                  <a:cxn ang="0">
                    <a:pos x="1984" y="347"/>
                  </a:cxn>
                  <a:cxn ang="0">
                    <a:pos x="1811" y="188"/>
                  </a:cxn>
                  <a:cxn ang="0">
                    <a:pos x="1811" y="0"/>
                  </a:cxn>
                  <a:cxn ang="0">
                    <a:pos x="429" y="104"/>
                  </a:cxn>
                </a:cxnLst>
                <a:rect l="0" t="0" r="r" b="b"/>
                <a:pathLst>
                  <a:path w="2480" h="3232">
                    <a:moveTo>
                      <a:pt x="429" y="104"/>
                    </a:moveTo>
                    <a:lnTo>
                      <a:pt x="415" y="271"/>
                    </a:lnTo>
                    <a:lnTo>
                      <a:pt x="461" y="419"/>
                    </a:lnTo>
                    <a:lnTo>
                      <a:pt x="391" y="580"/>
                    </a:lnTo>
                    <a:lnTo>
                      <a:pt x="417" y="718"/>
                    </a:lnTo>
                    <a:lnTo>
                      <a:pt x="311" y="906"/>
                    </a:lnTo>
                    <a:lnTo>
                      <a:pt x="272" y="1149"/>
                    </a:lnTo>
                    <a:lnTo>
                      <a:pt x="334" y="1285"/>
                    </a:lnTo>
                    <a:lnTo>
                      <a:pt x="271" y="1414"/>
                    </a:lnTo>
                    <a:lnTo>
                      <a:pt x="274" y="1549"/>
                    </a:lnTo>
                    <a:lnTo>
                      <a:pt x="1" y="1876"/>
                    </a:lnTo>
                    <a:lnTo>
                      <a:pt x="0" y="2083"/>
                    </a:lnTo>
                    <a:lnTo>
                      <a:pt x="52" y="2269"/>
                    </a:lnTo>
                    <a:lnTo>
                      <a:pt x="157" y="2378"/>
                    </a:lnTo>
                    <a:lnTo>
                      <a:pt x="201" y="2534"/>
                    </a:lnTo>
                    <a:lnTo>
                      <a:pt x="346" y="2462"/>
                    </a:lnTo>
                    <a:lnTo>
                      <a:pt x="483" y="2479"/>
                    </a:lnTo>
                    <a:lnTo>
                      <a:pt x="481" y="2770"/>
                    </a:lnTo>
                    <a:lnTo>
                      <a:pt x="463" y="2950"/>
                    </a:lnTo>
                    <a:lnTo>
                      <a:pt x="556" y="3088"/>
                    </a:lnTo>
                    <a:lnTo>
                      <a:pt x="803" y="3109"/>
                    </a:lnTo>
                    <a:lnTo>
                      <a:pt x="1381" y="3053"/>
                    </a:lnTo>
                    <a:lnTo>
                      <a:pt x="1643" y="3225"/>
                    </a:lnTo>
                    <a:lnTo>
                      <a:pt x="1736" y="3232"/>
                    </a:lnTo>
                    <a:lnTo>
                      <a:pt x="1677" y="3136"/>
                    </a:lnTo>
                    <a:lnTo>
                      <a:pt x="1598" y="3036"/>
                    </a:lnTo>
                    <a:lnTo>
                      <a:pt x="1512" y="2897"/>
                    </a:lnTo>
                    <a:lnTo>
                      <a:pt x="1504" y="2705"/>
                    </a:lnTo>
                    <a:lnTo>
                      <a:pt x="1453" y="2526"/>
                    </a:lnTo>
                    <a:lnTo>
                      <a:pt x="1480" y="2390"/>
                    </a:lnTo>
                    <a:lnTo>
                      <a:pt x="1547" y="2226"/>
                    </a:lnTo>
                    <a:lnTo>
                      <a:pt x="1716" y="2119"/>
                    </a:lnTo>
                    <a:lnTo>
                      <a:pt x="1846" y="1995"/>
                    </a:lnTo>
                    <a:lnTo>
                      <a:pt x="1870" y="1748"/>
                    </a:lnTo>
                    <a:lnTo>
                      <a:pt x="1866" y="1568"/>
                    </a:lnTo>
                    <a:lnTo>
                      <a:pt x="2232" y="1181"/>
                    </a:lnTo>
                    <a:lnTo>
                      <a:pt x="2449" y="946"/>
                    </a:lnTo>
                    <a:lnTo>
                      <a:pt x="2425" y="822"/>
                    </a:lnTo>
                    <a:lnTo>
                      <a:pt x="2480" y="642"/>
                    </a:lnTo>
                    <a:lnTo>
                      <a:pt x="2409" y="559"/>
                    </a:lnTo>
                    <a:lnTo>
                      <a:pt x="2279" y="547"/>
                    </a:lnTo>
                    <a:lnTo>
                      <a:pt x="2106" y="535"/>
                    </a:lnTo>
                    <a:lnTo>
                      <a:pt x="1984" y="347"/>
                    </a:lnTo>
                    <a:lnTo>
                      <a:pt x="1811" y="188"/>
                    </a:lnTo>
                    <a:lnTo>
                      <a:pt x="1811" y="0"/>
                    </a:lnTo>
                    <a:lnTo>
                      <a:pt x="429" y="10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3" name="Freeform 141"/>
              <p:cNvSpPr>
                <a:spLocks/>
              </p:cNvSpPr>
              <p:nvPr/>
            </p:nvSpPr>
            <p:spPr bwMode="auto">
              <a:xfrm>
                <a:off x="3575051" y="3821261"/>
                <a:ext cx="949325" cy="684213"/>
              </a:xfrm>
              <a:custGeom>
                <a:avLst/>
                <a:gdLst/>
                <a:ahLst/>
                <a:cxnLst>
                  <a:cxn ang="0">
                    <a:pos x="0" y="2279"/>
                  </a:cxn>
                  <a:cxn ang="0">
                    <a:pos x="15" y="2533"/>
                  </a:cxn>
                  <a:cxn ang="0">
                    <a:pos x="124" y="2847"/>
                  </a:cxn>
                  <a:cxn ang="0">
                    <a:pos x="576" y="2813"/>
                  </a:cxn>
                  <a:cxn ang="0">
                    <a:pos x="3066" y="2665"/>
                  </a:cxn>
                  <a:cxn ang="0">
                    <a:pos x="3065" y="1991"/>
                  </a:cxn>
                  <a:cxn ang="0">
                    <a:pos x="3219" y="1966"/>
                  </a:cxn>
                  <a:cxn ang="0">
                    <a:pos x="3435" y="2094"/>
                  </a:cxn>
                  <a:cxn ang="0">
                    <a:pos x="3735" y="2174"/>
                  </a:cxn>
                  <a:cxn ang="0">
                    <a:pos x="3900" y="2139"/>
                  </a:cxn>
                  <a:cxn ang="0">
                    <a:pos x="3882" y="1377"/>
                  </a:cxn>
                  <a:cxn ang="0">
                    <a:pos x="3846" y="1123"/>
                  </a:cxn>
                  <a:cxn ang="0">
                    <a:pos x="3878" y="991"/>
                  </a:cxn>
                  <a:cxn ang="0">
                    <a:pos x="3765" y="957"/>
                  </a:cxn>
                  <a:cxn ang="0">
                    <a:pos x="3671" y="814"/>
                  </a:cxn>
                  <a:cxn ang="0">
                    <a:pos x="3391" y="704"/>
                  </a:cxn>
                  <a:cxn ang="0">
                    <a:pos x="2490" y="679"/>
                  </a:cxn>
                  <a:cxn ang="0">
                    <a:pos x="2328" y="589"/>
                  </a:cxn>
                  <a:cxn ang="0">
                    <a:pos x="2278" y="439"/>
                  </a:cxn>
                  <a:cxn ang="0">
                    <a:pos x="1988" y="349"/>
                  </a:cxn>
                  <a:cxn ang="0">
                    <a:pos x="1899" y="409"/>
                  </a:cxn>
                  <a:cxn ang="0">
                    <a:pos x="1757" y="349"/>
                  </a:cxn>
                  <a:cxn ang="0">
                    <a:pos x="1795" y="200"/>
                  </a:cxn>
                  <a:cxn ang="0">
                    <a:pos x="1767" y="65"/>
                  </a:cxn>
                  <a:cxn ang="0">
                    <a:pos x="1546" y="0"/>
                  </a:cxn>
                  <a:cxn ang="0">
                    <a:pos x="1536" y="389"/>
                  </a:cxn>
                  <a:cxn ang="0">
                    <a:pos x="1609" y="664"/>
                  </a:cxn>
                  <a:cxn ang="0">
                    <a:pos x="1491" y="962"/>
                  </a:cxn>
                  <a:cxn ang="0">
                    <a:pos x="1176" y="1262"/>
                  </a:cxn>
                  <a:cxn ang="0">
                    <a:pos x="1003" y="1377"/>
                  </a:cxn>
                  <a:cxn ang="0">
                    <a:pos x="792" y="1556"/>
                  </a:cxn>
                  <a:cxn ang="0">
                    <a:pos x="797" y="1781"/>
                  </a:cxn>
                  <a:cxn ang="0">
                    <a:pos x="660" y="1856"/>
                  </a:cxn>
                  <a:cxn ang="0">
                    <a:pos x="482" y="1876"/>
                  </a:cxn>
                  <a:cxn ang="0">
                    <a:pos x="340" y="2009"/>
                  </a:cxn>
                  <a:cxn ang="0">
                    <a:pos x="335" y="2154"/>
                  </a:cxn>
                  <a:cxn ang="0">
                    <a:pos x="231" y="2304"/>
                  </a:cxn>
                  <a:cxn ang="0">
                    <a:pos x="0" y="2279"/>
                  </a:cxn>
                </a:cxnLst>
                <a:rect l="0" t="0" r="r" b="b"/>
                <a:pathLst>
                  <a:path w="3900" h="2847">
                    <a:moveTo>
                      <a:pt x="0" y="2279"/>
                    </a:moveTo>
                    <a:lnTo>
                      <a:pt x="15" y="2533"/>
                    </a:lnTo>
                    <a:lnTo>
                      <a:pt x="124" y="2847"/>
                    </a:lnTo>
                    <a:lnTo>
                      <a:pt x="576" y="2813"/>
                    </a:lnTo>
                    <a:lnTo>
                      <a:pt x="3066" y="2665"/>
                    </a:lnTo>
                    <a:lnTo>
                      <a:pt x="3065" y="1991"/>
                    </a:lnTo>
                    <a:lnTo>
                      <a:pt x="3219" y="1966"/>
                    </a:lnTo>
                    <a:lnTo>
                      <a:pt x="3435" y="2094"/>
                    </a:lnTo>
                    <a:lnTo>
                      <a:pt x="3735" y="2174"/>
                    </a:lnTo>
                    <a:lnTo>
                      <a:pt x="3900" y="2139"/>
                    </a:lnTo>
                    <a:lnTo>
                      <a:pt x="3882" y="1377"/>
                    </a:lnTo>
                    <a:lnTo>
                      <a:pt x="3846" y="1123"/>
                    </a:lnTo>
                    <a:lnTo>
                      <a:pt x="3878" y="991"/>
                    </a:lnTo>
                    <a:lnTo>
                      <a:pt x="3765" y="957"/>
                    </a:lnTo>
                    <a:lnTo>
                      <a:pt x="3671" y="814"/>
                    </a:lnTo>
                    <a:lnTo>
                      <a:pt x="3391" y="704"/>
                    </a:lnTo>
                    <a:lnTo>
                      <a:pt x="2490" y="679"/>
                    </a:lnTo>
                    <a:lnTo>
                      <a:pt x="2328" y="589"/>
                    </a:lnTo>
                    <a:lnTo>
                      <a:pt x="2278" y="439"/>
                    </a:lnTo>
                    <a:lnTo>
                      <a:pt x="1988" y="349"/>
                    </a:lnTo>
                    <a:lnTo>
                      <a:pt x="1899" y="409"/>
                    </a:lnTo>
                    <a:lnTo>
                      <a:pt x="1757" y="349"/>
                    </a:lnTo>
                    <a:lnTo>
                      <a:pt x="1795" y="200"/>
                    </a:lnTo>
                    <a:lnTo>
                      <a:pt x="1767" y="65"/>
                    </a:lnTo>
                    <a:lnTo>
                      <a:pt x="1546" y="0"/>
                    </a:lnTo>
                    <a:lnTo>
                      <a:pt x="1536" y="389"/>
                    </a:lnTo>
                    <a:lnTo>
                      <a:pt x="1609" y="664"/>
                    </a:lnTo>
                    <a:lnTo>
                      <a:pt x="1491" y="962"/>
                    </a:lnTo>
                    <a:lnTo>
                      <a:pt x="1176" y="1262"/>
                    </a:lnTo>
                    <a:lnTo>
                      <a:pt x="1003" y="1377"/>
                    </a:lnTo>
                    <a:lnTo>
                      <a:pt x="792" y="1556"/>
                    </a:lnTo>
                    <a:lnTo>
                      <a:pt x="797" y="1781"/>
                    </a:lnTo>
                    <a:lnTo>
                      <a:pt x="660" y="1856"/>
                    </a:lnTo>
                    <a:lnTo>
                      <a:pt x="482" y="1876"/>
                    </a:lnTo>
                    <a:lnTo>
                      <a:pt x="340" y="2009"/>
                    </a:lnTo>
                    <a:lnTo>
                      <a:pt x="335" y="2154"/>
                    </a:lnTo>
                    <a:lnTo>
                      <a:pt x="231" y="2304"/>
                    </a:lnTo>
                    <a:lnTo>
                      <a:pt x="0" y="2279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4" name="Freeform 142"/>
              <p:cNvSpPr>
                <a:spLocks/>
              </p:cNvSpPr>
              <p:nvPr/>
            </p:nvSpPr>
            <p:spPr bwMode="auto">
              <a:xfrm>
                <a:off x="3570289" y="3632349"/>
                <a:ext cx="396875" cy="742950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221" y="195"/>
                  </a:cxn>
                  <a:cxn ang="0">
                    <a:pos x="122" y="369"/>
                  </a:cxn>
                  <a:cxn ang="0">
                    <a:pos x="119" y="774"/>
                  </a:cxn>
                  <a:cxn ang="0">
                    <a:pos x="167" y="1331"/>
                  </a:cxn>
                  <a:cxn ang="0">
                    <a:pos x="119" y="2000"/>
                  </a:cxn>
                  <a:cxn ang="0">
                    <a:pos x="5" y="2274"/>
                  </a:cxn>
                  <a:cxn ang="0">
                    <a:pos x="0" y="2723"/>
                  </a:cxn>
                  <a:cxn ang="0">
                    <a:pos x="20" y="3067"/>
                  </a:cxn>
                  <a:cxn ang="0">
                    <a:pos x="251" y="3090"/>
                  </a:cxn>
                  <a:cxn ang="0">
                    <a:pos x="355" y="2941"/>
                  </a:cxn>
                  <a:cxn ang="0">
                    <a:pos x="360" y="2798"/>
                  </a:cxn>
                  <a:cxn ang="0">
                    <a:pos x="500" y="2666"/>
                  </a:cxn>
                  <a:cxn ang="0">
                    <a:pos x="682" y="2643"/>
                  </a:cxn>
                  <a:cxn ang="0">
                    <a:pos x="815" y="2568"/>
                  </a:cxn>
                  <a:cxn ang="0">
                    <a:pos x="813" y="2343"/>
                  </a:cxn>
                  <a:cxn ang="0">
                    <a:pos x="1032" y="2158"/>
                  </a:cxn>
                  <a:cxn ang="0">
                    <a:pos x="1192" y="2051"/>
                  </a:cxn>
                  <a:cxn ang="0">
                    <a:pos x="1510" y="1751"/>
                  </a:cxn>
                  <a:cxn ang="0">
                    <a:pos x="1629" y="1451"/>
                  </a:cxn>
                  <a:cxn ang="0">
                    <a:pos x="1557" y="1171"/>
                  </a:cxn>
                  <a:cxn ang="0">
                    <a:pos x="1564" y="789"/>
                  </a:cxn>
                  <a:cxn ang="0">
                    <a:pos x="1214" y="681"/>
                  </a:cxn>
                  <a:cxn ang="0">
                    <a:pos x="1159" y="576"/>
                  </a:cxn>
                  <a:cxn ang="0">
                    <a:pos x="842" y="579"/>
                  </a:cxn>
                  <a:cxn ang="0">
                    <a:pos x="682" y="324"/>
                  </a:cxn>
                  <a:cxn ang="0">
                    <a:pos x="404" y="0"/>
                  </a:cxn>
                </a:cxnLst>
                <a:rect l="0" t="0" r="r" b="b"/>
                <a:pathLst>
                  <a:path w="1629" h="3090">
                    <a:moveTo>
                      <a:pt x="404" y="0"/>
                    </a:moveTo>
                    <a:lnTo>
                      <a:pt x="221" y="195"/>
                    </a:lnTo>
                    <a:lnTo>
                      <a:pt x="122" y="369"/>
                    </a:lnTo>
                    <a:lnTo>
                      <a:pt x="119" y="774"/>
                    </a:lnTo>
                    <a:lnTo>
                      <a:pt x="167" y="1331"/>
                    </a:lnTo>
                    <a:lnTo>
                      <a:pt x="119" y="2000"/>
                    </a:lnTo>
                    <a:lnTo>
                      <a:pt x="5" y="2274"/>
                    </a:lnTo>
                    <a:lnTo>
                      <a:pt x="0" y="2723"/>
                    </a:lnTo>
                    <a:lnTo>
                      <a:pt x="20" y="3067"/>
                    </a:lnTo>
                    <a:lnTo>
                      <a:pt x="251" y="3090"/>
                    </a:lnTo>
                    <a:lnTo>
                      <a:pt x="355" y="2941"/>
                    </a:lnTo>
                    <a:lnTo>
                      <a:pt x="360" y="2798"/>
                    </a:lnTo>
                    <a:lnTo>
                      <a:pt x="500" y="2666"/>
                    </a:lnTo>
                    <a:lnTo>
                      <a:pt x="682" y="2643"/>
                    </a:lnTo>
                    <a:lnTo>
                      <a:pt x="815" y="2568"/>
                    </a:lnTo>
                    <a:lnTo>
                      <a:pt x="813" y="2343"/>
                    </a:lnTo>
                    <a:lnTo>
                      <a:pt x="1032" y="2158"/>
                    </a:lnTo>
                    <a:lnTo>
                      <a:pt x="1192" y="2051"/>
                    </a:lnTo>
                    <a:lnTo>
                      <a:pt x="1510" y="1751"/>
                    </a:lnTo>
                    <a:lnTo>
                      <a:pt x="1629" y="1451"/>
                    </a:lnTo>
                    <a:lnTo>
                      <a:pt x="1557" y="1171"/>
                    </a:lnTo>
                    <a:lnTo>
                      <a:pt x="1564" y="789"/>
                    </a:lnTo>
                    <a:lnTo>
                      <a:pt x="1214" y="681"/>
                    </a:lnTo>
                    <a:lnTo>
                      <a:pt x="1159" y="576"/>
                    </a:lnTo>
                    <a:lnTo>
                      <a:pt x="842" y="579"/>
                    </a:lnTo>
                    <a:lnTo>
                      <a:pt x="682" y="324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5" name="Freeform 143"/>
              <p:cNvSpPr>
                <a:spLocks/>
              </p:cNvSpPr>
              <p:nvPr/>
            </p:nvSpPr>
            <p:spPr bwMode="auto">
              <a:xfrm>
                <a:off x="3641726" y="2998936"/>
                <a:ext cx="493713" cy="822325"/>
              </a:xfrm>
              <a:custGeom>
                <a:avLst/>
                <a:gdLst/>
                <a:ahLst/>
                <a:cxnLst>
                  <a:cxn ang="0">
                    <a:pos x="17" y="278"/>
                  </a:cxn>
                  <a:cxn ang="0">
                    <a:pos x="183" y="644"/>
                  </a:cxn>
                  <a:cxn ang="0">
                    <a:pos x="280" y="1042"/>
                  </a:cxn>
                  <a:cxn ang="0">
                    <a:pos x="285" y="1296"/>
                  </a:cxn>
                  <a:cxn ang="0">
                    <a:pos x="241" y="1506"/>
                  </a:cxn>
                  <a:cxn ang="0">
                    <a:pos x="163" y="1795"/>
                  </a:cxn>
                  <a:cxn ang="0">
                    <a:pos x="118" y="2030"/>
                  </a:cxn>
                  <a:cxn ang="0">
                    <a:pos x="0" y="2110"/>
                  </a:cxn>
                  <a:cxn ang="0">
                    <a:pos x="168" y="2344"/>
                  </a:cxn>
                  <a:cxn ang="0">
                    <a:pos x="109" y="2634"/>
                  </a:cxn>
                  <a:cxn ang="0">
                    <a:pos x="389" y="2957"/>
                  </a:cxn>
                  <a:cxn ang="0">
                    <a:pos x="546" y="3211"/>
                  </a:cxn>
                  <a:cxn ang="0">
                    <a:pos x="865" y="3209"/>
                  </a:cxn>
                  <a:cxn ang="0">
                    <a:pos x="920" y="3316"/>
                  </a:cxn>
                  <a:cxn ang="0">
                    <a:pos x="1270" y="3421"/>
                  </a:cxn>
                  <a:cxn ang="0">
                    <a:pos x="1215" y="2479"/>
                  </a:cxn>
                  <a:cxn ang="0">
                    <a:pos x="1999" y="2457"/>
                  </a:cxn>
                  <a:cxn ang="0">
                    <a:pos x="2028" y="1915"/>
                  </a:cxn>
                  <a:cxn ang="0">
                    <a:pos x="1895" y="1556"/>
                  </a:cxn>
                  <a:cxn ang="0">
                    <a:pos x="1875" y="1182"/>
                  </a:cxn>
                  <a:cxn ang="0">
                    <a:pos x="1703" y="927"/>
                  </a:cxn>
                  <a:cxn ang="0">
                    <a:pos x="1535" y="165"/>
                  </a:cxn>
                  <a:cxn ang="0">
                    <a:pos x="1364" y="150"/>
                  </a:cxn>
                  <a:cxn ang="0">
                    <a:pos x="1157" y="40"/>
                  </a:cxn>
                  <a:cxn ang="0">
                    <a:pos x="935" y="180"/>
                  </a:cxn>
                  <a:cxn ang="0">
                    <a:pos x="803" y="150"/>
                  </a:cxn>
                  <a:cxn ang="0">
                    <a:pos x="739" y="75"/>
                  </a:cxn>
                  <a:cxn ang="0">
                    <a:pos x="581" y="0"/>
                  </a:cxn>
                  <a:cxn ang="0">
                    <a:pos x="429" y="60"/>
                  </a:cxn>
                  <a:cxn ang="0">
                    <a:pos x="271" y="145"/>
                  </a:cxn>
                  <a:cxn ang="0">
                    <a:pos x="211" y="264"/>
                  </a:cxn>
                  <a:cxn ang="0">
                    <a:pos x="17" y="278"/>
                  </a:cxn>
                </a:cxnLst>
                <a:rect l="0" t="0" r="r" b="b"/>
                <a:pathLst>
                  <a:path w="2028" h="3421">
                    <a:moveTo>
                      <a:pt x="17" y="278"/>
                    </a:moveTo>
                    <a:lnTo>
                      <a:pt x="183" y="644"/>
                    </a:lnTo>
                    <a:lnTo>
                      <a:pt x="280" y="1042"/>
                    </a:lnTo>
                    <a:lnTo>
                      <a:pt x="285" y="1296"/>
                    </a:lnTo>
                    <a:lnTo>
                      <a:pt x="241" y="1506"/>
                    </a:lnTo>
                    <a:lnTo>
                      <a:pt x="163" y="1795"/>
                    </a:lnTo>
                    <a:lnTo>
                      <a:pt x="118" y="2030"/>
                    </a:lnTo>
                    <a:lnTo>
                      <a:pt x="0" y="2110"/>
                    </a:lnTo>
                    <a:lnTo>
                      <a:pt x="168" y="2344"/>
                    </a:lnTo>
                    <a:lnTo>
                      <a:pt x="109" y="2634"/>
                    </a:lnTo>
                    <a:lnTo>
                      <a:pt x="389" y="2957"/>
                    </a:lnTo>
                    <a:lnTo>
                      <a:pt x="546" y="3211"/>
                    </a:lnTo>
                    <a:lnTo>
                      <a:pt x="865" y="3209"/>
                    </a:lnTo>
                    <a:lnTo>
                      <a:pt x="920" y="3316"/>
                    </a:lnTo>
                    <a:lnTo>
                      <a:pt x="1270" y="3421"/>
                    </a:lnTo>
                    <a:lnTo>
                      <a:pt x="1215" y="2479"/>
                    </a:lnTo>
                    <a:lnTo>
                      <a:pt x="1999" y="2457"/>
                    </a:lnTo>
                    <a:lnTo>
                      <a:pt x="2028" y="1915"/>
                    </a:lnTo>
                    <a:lnTo>
                      <a:pt x="1895" y="1556"/>
                    </a:lnTo>
                    <a:lnTo>
                      <a:pt x="1875" y="1182"/>
                    </a:lnTo>
                    <a:lnTo>
                      <a:pt x="1703" y="927"/>
                    </a:lnTo>
                    <a:lnTo>
                      <a:pt x="1535" y="165"/>
                    </a:lnTo>
                    <a:lnTo>
                      <a:pt x="1364" y="150"/>
                    </a:lnTo>
                    <a:lnTo>
                      <a:pt x="1157" y="40"/>
                    </a:lnTo>
                    <a:lnTo>
                      <a:pt x="935" y="180"/>
                    </a:lnTo>
                    <a:lnTo>
                      <a:pt x="803" y="150"/>
                    </a:lnTo>
                    <a:lnTo>
                      <a:pt x="739" y="75"/>
                    </a:lnTo>
                    <a:lnTo>
                      <a:pt x="581" y="0"/>
                    </a:lnTo>
                    <a:lnTo>
                      <a:pt x="429" y="60"/>
                    </a:lnTo>
                    <a:lnTo>
                      <a:pt x="271" y="145"/>
                    </a:lnTo>
                    <a:lnTo>
                      <a:pt x="211" y="264"/>
                    </a:lnTo>
                    <a:lnTo>
                      <a:pt x="17" y="278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6" name="Freeform 144"/>
              <p:cNvSpPr>
                <a:spLocks/>
              </p:cNvSpPr>
              <p:nvPr/>
            </p:nvSpPr>
            <p:spPr bwMode="auto">
              <a:xfrm>
                <a:off x="3938589" y="3422799"/>
                <a:ext cx="581025" cy="636588"/>
              </a:xfrm>
              <a:custGeom>
                <a:avLst/>
                <a:gdLst/>
                <a:ahLst/>
                <a:cxnLst>
                  <a:cxn ang="0">
                    <a:pos x="787" y="697"/>
                  </a:cxn>
                  <a:cxn ang="0">
                    <a:pos x="1534" y="679"/>
                  </a:cxn>
                  <a:cxn ang="0">
                    <a:pos x="1516" y="0"/>
                  </a:cxn>
                  <a:cxn ang="0">
                    <a:pos x="2357" y="15"/>
                  </a:cxn>
                  <a:cxn ang="0">
                    <a:pos x="2387" y="2654"/>
                  </a:cxn>
                  <a:cxn ang="0">
                    <a:pos x="2273" y="2619"/>
                  </a:cxn>
                  <a:cxn ang="0">
                    <a:pos x="2181" y="2474"/>
                  </a:cxn>
                  <a:cxn ang="0">
                    <a:pos x="1900" y="2365"/>
                  </a:cxn>
                  <a:cxn ang="0">
                    <a:pos x="1004" y="2340"/>
                  </a:cxn>
                  <a:cxn ang="0">
                    <a:pos x="837" y="2250"/>
                  </a:cxn>
                  <a:cxn ang="0">
                    <a:pos x="789" y="2097"/>
                  </a:cxn>
                  <a:cxn ang="0">
                    <a:pos x="503" y="2010"/>
                  </a:cxn>
                  <a:cxn ang="0">
                    <a:pos x="410" y="2070"/>
                  </a:cxn>
                  <a:cxn ang="0">
                    <a:pos x="267" y="2007"/>
                  </a:cxn>
                  <a:cxn ang="0">
                    <a:pos x="307" y="1865"/>
                  </a:cxn>
                  <a:cxn ang="0">
                    <a:pos x="277" y="1726"/>
                  </a:cxn>
                  <a:cxn ang="0">
                    <a:pos x="55" y="1661"/>
                  </a:cxn>
                  <a:cxn ang="0">
                    <a:pos x="0" y="719"/>
                  </a:cxn>
                  <a:cxn ang="0">
                    <a:pos x="787" y="697"/>
                  </a:cxn>
                </a:cxnLst>
                <a:rect l="0" t="0" r="r" b="b"/>
                <a:pathLst>
                  <a:path w="2387" h="2654">
                    <a:moveTo>
                      <a:pt x="787" y="697"/>
                    </a:moveTo>
                    <a:lnTo>
                      <a:pt x="1534" y="679"/>
                    </a:lnTo>
                    <a:lnTo>
                      <a:pt x="1516" y="0"/>
                    </a:lnTo>
                    <a:lnTo>
                      <a:pt x="2357" y="15"/>
                    </a:lnTo>
                    <a:lnTo>
                      <a:pt x="2387" y="2654"/>
                    </a:lnTo>
                    <a:lnTo>
                      <a:pt x="2273" y="2619"/>
                    </a:lnTo>
                    <a:lnTo>
                      <a:pt x="2181" y="2474"/>
                    </a:lnTo>
                    <a:lnTo>
                      <a:pt x="1900" y="2365"/>
                    </a:lnTo>
                    <a:lnTo>
                      <a:pt x="1004" y="2340"/>
                    </a:lnTo>
                    <a:lnTo>
                      <a:pt x="837" y="2250"/>
                    </a:lnTo>
                    <a:lnTo>
                      <a:pt x="789" y="2097"/>
                    </a:lnTo>
                    <a:lnTo>
                      <a:pt x="503" y="2010"/>
                    </a:lnTo>
                    <a:lnTo>
                      <a:pt x="410" y="2070"/>
                    </a:lnTo>
                    <a:lnTo>
                      <a:pt x="267" y="2007"/>
                    </a:lnTo>
                    <a:lnTo>
                      <a:pt x="307" y="1865"/>
                    </a:lnTo>
                    <a:lnTo>
                      <a:pt x="277" y="1726"/>
                    </a:lnTo>
                    <a:lnTo>
                      <a:pt x="55" y="1661"/>
                    </a:lnTo>
                    <a:lnTo>
                      <a:pt x="0" y="719"/>
                    </a:lnTo>
                    <a:lnTo>
                      <a:pt x="787" y="69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7" name="Freeform 145"/>
              <p:cNvSpPr>
                <a:spLocks/>
              </p:cNvSpPr>
              <p:nvPr/>
            </p:nvSpPr>
            <p:spPr bwMode="auto">
              <a:xfrm>
                <a:off x="4002089" y="2970361"/>
                <a:ext cx="320675" cy="6191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" y="116"/>
                  </a:cxn>
                  <a:cxn ang="0">
                    <a:pos x="47" y="223"/>
                  </a:cxn>
                  <a:cxn ang="0">
                    <a:pos x="180" y="838"/>
                  </a:cxn>
                  <a:cxn ang="0">
                    <a:pos x="320" y="1044"/>
                  </a:cxn>
                  <a:cxn ang="0">
                    <a:pos x="335" y="1341"/>
                  </a:cxn>
                  <a:cxn ang="0">
                    <a:pos x="440" y="1632"/>
                  </a:cxn>
                  <a:cxn ang="0">
                    <a:pos x="420" y="2060"/>
                  </a:cxn>
                  <a:cxn ang="0">
                    <a:pos x="1020" y="2047"/>
                  </a:cxn>
                  <a:cxn ang="0">
                    <a:pos x="1004" y="1508"/>
                  </a:cxn>
                  <a:cxn ang="0">
                    <a:pos x="980" y="670"/>
                  </a:cxn>
                  <a:cxn ang="0">
                    <a:pos x="1055" y="295"/>
                  </a:cxn>
                  <a:cxn ang="0">
                    <a:pos x="906" y="114"/>
                  </a:cxn>
                  <a:cxn ang="0">
                    <a:pos x="714" y="22"/>
                  </a:cxn>
                  <a:cxn ang="0">
                    <a:pos x="240" y="0"/>
                  </a:cxn>
                  <a:cxn ang="0">
                    <a:pos x="0" y="0"/>
                  </a:cxn>
                </a:cxnLst>
                <a:rect l="0" t="0" r="r" b="b"/>
                <a:pathLst>
                  <a:path w="1055" h="2060">
                    <a:moveTo>
                      <a:pt x="0" y="0"/>
                    </a:moveTo>
                    <a:lnTo>
                      <a:pt x="12" y="116"/>
                    </a:lnTo>
                    <a:lnTo>
                      <a:pt x="47" y="223"/>
                    </a:lnTo>
                    <a:lnTo>
                      <a:pt x="180" y="838"/>
                    </a:lnTo>
                    <a:lnTo>
                      <a:pt x="320" y="1044"/>
                    </a:lnTo>
                    <a:lnTo>
                      <a:pt x="335" y="1341"/>
                    </a:lnTo>
                    <a:lnTo>
                      <a:pt x="440" y="1632"/>
                    </a:lnTo>
                    <a:lnTo>
                      <a:pt x="420" y="2060"/>
                    </a:lnTo>
                    <a:lnTo>
                      <a:pt x="1020" y="2047"/>
                    </a:lnTo>
                    <a:lnTo>
                      <a:pt x="1004" y="1508"/>
                    </a:lnTo>
                    <a:lnTo>
                      <a:pt x="980" y="670"/>
                    </a:lnTo>
                    <a:lnTo>
                      <a:pt x="1055" y="295"/>
                    </a:lnTo>
                    <a:lnTo>
                      <a:pt x="906" y="114"/>
                    </a:lnTo>
                    <a:lnTo>
                      <a:pt x="714" y="22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9" name="Freeform 147"/>
              <p:cNvSpPr>
                <a:spLocks/>
              </p:cNvSpPr>
              <p:nvPr/>
            </p:nvSpPr>
            <p:spPr bwMode="auto">
              <a:xfrm>
                <a:off x="4192589" y="2600474"/>
                <a:ext cx="522288" cy="825500"/>
              </a:xfrm>
              <a:custGeom>
                <a:avLst/>
                <a:gdLst/>
                <a:ahLst/>
                <a:cxnLst>
                  <a:cxn ang="0">
                    <a:pos x="84" y="1254"/>
                  </a:cxn>
                  <a:cxn ang="0">
                    <a:pos x="59" y="898"/>
                  </a:cxn>
                  <a:cxn ang="0">
                    <a:pos x="0" y="714"/>
                  </a:cxn>
                  <a:cxn ang="0">
                    <a:pos x="87" y="610"/>
                  </a:cxn>
                  <a:cxn ang="0">
                    <a:pos x="204" y="354"/>
                  </a:cxn>
                  <a:cxn ang="0">
                    <a:pos x="300" y="278"/>
                  </a:cxn>
                  <a:cxn ang="0">
                    <a:pos x="398" y="100"/>
                  </a:cxn>
                  <a:cxn ang="0">
                    <a:pos x="532" y="24"/>
                  </a:cxn>
                  <a:cxn ang="0">
                    <a:pos x="677" y="0"/>
                  </a:cxn>
                  <a:cxn ang="0">
                    <a:pos x="840" y="116"/>
                  </a:cxn>
                  <a:cxn ang="0">
                    <a:pos x="1018" y="94"/>
                  </a:cxn>
                  <a:cxn ang="0">
                    <a:pos x="1162" y="180"/>
                  </a:cxn>
                  <a:cxn ang="0">
                    <a:pos x="1618" y="192"/>
                  </a:cxn>
                  <a:cxn ang="0">
                    <a:pos x="1588" y="420"/>
                  </a:cxn>
                  <a:cxn ang="0">
                    <a:pos x="1622" y="551"/>
                  </a:cxn>
                  <a:cxn ang="0">
                    <a:pos x="1692" y="682"/>
                  </a:cxn>
                  <a:cxn ang="0">
                    <a:pos x="1552" y="918"/>
                  </a:cxn>
                  <a:cxn ang="0">
                    <a:pos x="1500" y="1168"/>
                  </a:cxn>
                  <a:cxn ang="0">
                    <a:pos x="1646" y="1480"/>
                  </a:cxn>
                  <a:cxn ang="0">
                    <a:pos x="1717" y="1700"/>
                  </a:cxn>
                  <a:cxn ang="0">
                    <a:pos x="1276" y="2442"/>
                  </a:cxn>
                  <a:cxn ang="0">
                    <a:pos x="1050" y="2454"/>
                  </a:cxn>
                  <a:cxn ang="0">
                    <a:pos x="1051" y="2749"/>
                  </a:cxn>
                  <a:cxn ang="0">
                    <a:pos x="378" y="2736"/>
                  </a:cxn>
                  <a:cxn ang="0">
                    <a:pos x="354" y="1908"/>
                  </a:cxn>
                  <a:cxn ang="0">
                    <a:pos x="430" y="1528"/>
                  </a:cxn>
                  <a:cxn ang="0">
                    <a:pos x="284" y="1349"/>
                  </a:cxn>
                  <a:cxn ang="0">
                    <a:pos x="84" y="1254"/>
                  </a:cxn>
                </a:cxnLst>
                <a:rect l="0" t="0" r="r" b="b"/>
                <a:pathLst>
                  <a:path w="1717" h="2749">
                    <a:moveTo>
                      <a:pt x="84" y="1254"/>
                    </a:moveTo>
                    <a:lnTo>
                      <a:pt x="59" y="898"/>
                    </a:lnTo>
                    <a:lnTo>
                      <a:pt x="0" y="714"/>
                    </a:lnTo>
                    <a:lnTo>
                      <a:pt x="87" y="610"/>
                    </a:lnTo>
                    <a:lnTo>
                      <a:pt x="204" y="354"/>
                    </a:lnTo>
                    <a:lnTo>
                      <a:pt x="300" y="278"/>
                    </a:lnTo>
                    <a:lnTo>
                      <a:pt x="398" y="100"/>
                    </a:lnTo>
                    <a:lnTo>
                      <a:pt x="532" y="24"/>
                    </a:lnTo>
                    <a:lnTo>
                      <a:pt x="677" y="0"/>
                    </a:lnTo>
                    <a:lnTo>
                      <a:pt x="840" y="116"/>
                    </a:lnTo>
                    <a:lnTo>
                      <a:pt x="1018" y="94"/>
                    </a:lnTo>
                    <a:lnTo>
                      <a:pt x="1162" y="180"/>
                    </a:lnTo>
                    <a:lnTo>
                      <a:pt x="1618" y="192"/>
                    </a:lnTo>
                    <a:lnTo>
                      <a:pt x="1588" y="420"/>
                    </a:lnTo>
                    <a:lnTo>
                      <a:pt x="1622" y="551"/>
                    </a:lnTo>
                    <a:lnTo>
                      <a:pt x="1692" y="682"/>
                    </a:lnTo>
                    <a:lnTo>
                      <a:pt x="1552" y="918"/>
                    </a:lnTo>
                    <a:lnTo>
                      <a:pt x="1500" y="1168"/>
                    </a:lnTo>
                    <a:lnTo>
                      <a:pt x="1646" y="1480"/>
                    </a:lnTo>
                    <a:lnTo>
                      <a:pt x="1717" y="1700"/>
                    </a:lnTo>
                    <a:lnTo>
                      <a:pt x="1276" y="2442"/>
                    </a:lnTo>
                    <a:lnTo>
                      <a:pt x="1050" y="2454"/>
                    </a:lnTo>
                    <a:lnTo>
                      <a:pt x="1051" y="2749"/>
                    </a:lnTo>
                    <a:lnTo>
                      <a:pt x="378" y="2736"/>
                    </a:lnTo>
                    <a:lnTo>
                      <a:pt x="354" y="1908"/>
                    </a:lnTo>
                    <a:lnTo>
                      <a:pt x="430" y="1528"/>
                    </a:lnTo>
                    <a:lnTo>
                      <a:pt x="284" y="1349"/>
                    </a:lnTo>
                    <a:lnTo>
                      <a:pt x="84" y="1254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60" name="Freeform 148"/>
              <p:cNvSpPr>
                <a:spLocks/>
              </p:cNvSpPr>
              <p:nvPr/>
            </p:nvSpPr>
            <p:spPr bwMode="auto">
              <a:xfrm>
                <a:off x="4579939" y="2379811"/>
                <a:ext cx="527050" cy="954088"/>
              </a:xfrm>
              <a:custGeom>
                <a:avLst/>
                <a:gdLst/>
                <a:ahLst/>
                <a:cxnLst>
                  <a:cxn ang="0">
                    <a:pos x="528" y="0"/>
                  </a:cxn>
                  <a:cxn ang="0">
                    <a:pos x="441" y="220"/>
                  </a:cxn>
                  <a:cxn ang="0">
                    <a:pos x="425" y="484"/>
                  </a:cxn>
                  <a:cxn ang="0">
                    <a:pos x="331" y="771"/>
                  </a:cxn>
                  <a:cxn ang="0">
                    <a:pos x="342" y="935"/>
                  </a:cxn>
                  <a:cxn ang="0">
                    <a:pos x="311" y="1162"/>
                  </a:cxn>
                  <a:cxn ang="0">
                    <a:pos x="354" y="1306"/>
                  </a:cxn>
                  <a:cxn ang="0">
                    <a:pos x="417" y="1417"/>
                  </a:cxn>
                  <a:cxn ang="0">
                    <a:pos x="276" y="1653"/>
                  </a:cxn>
                  <a:cxn ang="0">
                    <a:pos x="224" y="1908"/>
                  </a:cxn>
                  <a:cxn ang="0">
                    <a:pos x="370" y="2215"/>
                  </a:cxn>
                  <a:cxn ang="0">
                    <a:pos x="441" y="2435"/>
                  </a:cxn>
                  <a:cxn ang="0">
                    <a:pos x="0" y="3178"/>
                  </a:cxn>
                  <a:cxn ang="0">
                    <a:pos x="454" y="3164"/>
                  </a:cxn>
                  <a:cxn ang="0">
                    <a:pos x="748" y="2792"/>
                  </a:cxn>
                  <a:cxn ang="0">
                    <a:pos x="921" y="2826"/>
                  </a:cxn>
                  <a:cxn ang="0">
                    <a:pos x="992" y="2694"/>
                  </a:cxn>
                  <a:cxn ang="0">
                    <a:pos x="1078" y="2682"/>
                  </a:cxn>
                  <a:cxn ang="0">
                    <a:pos x="980" y="2586"/>
                  </a:cxn>
                  <a:cxn ang="0">
                    <a:pos x="901" y="2491"/>
                  </a:cxn>
                  <a:cxn ang="0">
                    <a:pos x="874" y="2227"/>
                  </a:cxn>
                  <a:cxn ang="0">
                    <a:pos x="866" y="2012"/>
                  </a:cxn>
                  <a:cxn ang="0">
                    <a:pos x="968" y="1928"/>
                  </a:cxn>
                  <a:cxn ang="0">
                    <a:pos x="1019" y="1808"/>
                  </a:cxn>
                  <a:cxn ang="0">
                    <a:pos x="1134" y="1681"/>
                  </a:cxn>
                  <a:cxn ang="0">
                    <a:pos x="1275" y="1513"/>
                  </a:cxn>
                  <a:cxn ang="0">
                    <a:pos x="1362" y="1346"/>
                  </a:cxn>
                  <a:cxn ang="0">
                    <a:pos x="1362" y="1190"/>
                  </a:cxn>
                  <a:cxn ang="0">
                    <a:pos x="1393" y="1078"/>
                  </a:cxn>
                  <a:cxn ang="0">
                    <a:pos x="1370" y="887"/>
                  </a:cxn>
                  <a:cxn ang="0">
                    <a:pos x="1559" y="603"/>
                  </a:cxn>
                  <a:cxn ang="0">
                    <a:pos x="1693" y="384"/>
                  </a:cxn>
                  <a:cxn ang="0">
                    <a:pos x="1645" y="300"/>
                  </a:cxn>
                  <a:cxn ang="0">
                    <a:pos x="1653" y="185"/>
                  </a:cxn>
                  <a:cxn ang="0">
                    <a:pos x="1728" y="149"/>
                  </a:cxn>
                  <a:cxn ang="0">
                    <a:pos x="1704" y="77"/>
                  </a:cxn>
                  <a:cxn ang="0">
                    <a:pos x="1287" y="37"/>
                  </a:cxn>
                  <a:cxn ang="0">
                    <a:pos x="791" y="37"/>
                  </a:cxn>
                  <a:cxn ang="0">
                    <a:pos x="528" y="0"/>
                  </a:cxn>
                </a:cxnLst>
                <a:rect l="0" t="0" r="r" b="b"/>
                <a:pathLst>
                  <a:path w="1728" h="3178">
                    <a:moveTo>
                      <a:pt x="528" y="0"/>
                    </a:moveTo>
                    <a:lnTo>
                      <a:pt x="441" y="220"/>
                    </a:lnTo>
                    <a:lnTo>
                      <a:pt x="425" y="484"/>
                    </a:lnTo>
                    <a:lnTo>
                      <a:pt x="331" y="771"/>
                    </a:lnTo>
                    <a:lnTo>
                      <a:pt x="342" y="935"/>
                    </a:lnTo>
                    <a:lnTo>
                      <a:pt x="311" y="1162"/>
                    </a:lnTo>
                    <a:lnTo>
                      <a:pt x="354" y="1306"/>
                    </a:lnTo>
                    <a:lnTo>
                      <a:pt x="417" y="1417"/>
                    </a:lnTo>
                    <a:lnTo>
                      <a:pt x="276" y="1653"/>
                    </a:lnTo>
                    <a:lnTo>
                      <a:pt x="224" y="1908"/>
                    </a:lnTo>
                    <a:lnTo>
                      <a:pt x="370" y="2215"/>
                    </a:lnTo>
                    <a:lnTo>
                      <a:pt x="441" y="2435"/>
                    </a:lnTo>
                    <a:lnTo>
                      <a:pt x="0" y="3178"/>
                    </a:lnTo>
                    <a:lnTo>
                      <a:pt x="454" y="3164"/>
                    </a:lnTo>
                    <a:lnTo>
                      <a:pt x="748" y="2792"/>
                    </a:lnTo>
                    <a:lnTo>
                      <a:pt x="921" y="2826"/>
                    </a:lnTo>
                    <a:lnTo>
                      <a:pt x="992" y="2694"/>
                    </a:lnTo>
                    <a:lnTo>
                      <a:pt x="1078" y="2682"/>
                    </a:lnTo>
                    <a:lnTo>
                      <a:pt x="980" y="2586"/>
                    </a:lnTo>
                    <a:lnTo>
                      <a:pt x="901" y="2491"/>
                    </a:lnTo>
                    <a:lnTo>
                      <a:pt x="874" y="2227"/>
                    </a:lnTo>
                    <a:lnTo>
                      <a:pt x="866" y="2012"/>
                    </a:lnTo>
                    <a:lnTo>
                      <a:pt x="968" y="1928"/>
                    </a:lnTo>
                    <a:lnTo>
                      <a:pt x="1019" y="1808"/>
                    </a:lnTo>
                    <a:lnTo>
                      <a:pt x="1134" y="1681"/>
                    </a:lnTo>
                    <a:lnTo>
                      <a:pt x="1275" y="1513"/>
                    </a:lnTo>
                    <a:lnTo>
                      <a:pt x="1362" y="1346"/>
                    </a:lnTo>
                    <a:lnTo>
                      <a:pt x="1362" y="1190"/>
                    </a:lnTo>
                    <a:lnTo>
                      <a:pt x="1393" y="1078"/>
                    </a:lnTo>
                    <a:lnTo>
                      <a:pt x="1370" y="887"/>
                    </a:lnTo>
                    <a:lnTo>
                      <a:pt x="1559" y="603"/>
                    </a:lnTo>
                    <a:lnTo>
                      <a:pt x="1693" y="384"/>
                    </a:lnTo>
                    <a:lnTo>
                      <a:pt x="1645" y="300"/>
                    </a:lnTo>
                    <a:lnTo>
                      <a:pt x="1653" y="185"/>
                    </a:lnTo>
                    <a:lnTo>
                      <a:pt x="1728" y="149"/>
                    </a:lnTo>
                    <a:lnTo>
                      <a:pt x="1704" y="77"/>
                    </a:lnTo>
                    <a:lnTo>
                      <a:pt x="1287" y="37"/>
                    </a:lnTo>
                    <a:lnTo>
                      <a:pt x="791" y="37"/>
                    </a:lnTo>
                    <a:lnTo>
                      <a:pt x="528" y="0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61" name="Freeform 149"/>
              <p:cNvSpPr>
                <a:spLocks/>
              </p:cNvSpPr>
              <p:nvPr/>
            </p:nvSpPr>
            <p:spPr bwMode="auto">
              <a:xfrm>
                <a:off x="4268789" y="2024211"/>
                <a:ext cx="471488" cy="633413"/>
              </a:xfrm>
              <a:custGeom>
                <a:avLst/>
                <a:gdLst/>
                <a:ahLst/>
                <a:cxnLst>
                  <a:cxn ang="0">
                    <a:pos x="547" y="0"/>
                  </a:cxn>
                  <a:cxn ang="0">
                    <a:pos x="473" y="170"/>
                  </a:cxn>
                  <a:cxn ang="0">
                    <a:pos x="414" y="454"/>
                  </a:cxn>
                  <a:cxn ang="0">
                    <a:pos x="354" y="694"/>
                  </a:cxn>
                  <a:cxn ang="0">
                    <a:pos x="221" y="993"/>
                  </a:cxn>
                  <a:cxn ang="0">
                    <a:pos x="59" y="1183"/>
                  </a:cxn>
                  <a:cxn ang="0">
                    <a:pos x="128" y="1466"/>
                  </a:cxn>
                  <a:cxn ang="0">
                    <a:pos x="25" y="1496"/>
                  </a:cxn>
                  <a:cxn ang="0">
                    <a:pos x="0" y="1766"/>
                  </a:cxn>
                  <a:cxn ang="0">
                    <a:pos x="39" y="2055"/>
                  </a:cxn>
                  <a:cxn ang="0">
                    <a:pos x="133" y="2295"/>
                  </a:cxn>
                  <a:cxn ang="0">
                    <a:pos x="178" y="2527"/>
                  </a:cxn>
                  <a:cxn ang="0">
                    <a:pos x="354" y="2429"/>
                  </a:cxn>
                  <a:cxn ang="0">
                    <a:pos x="532" y="2399"/>
                  </a:cxn>
                  <a:cxn ang="0">
                    <a:pos x="734" y="2544"/>
                  </a:cxn>
                  <a:cxn ang="0">
                    <a:pos x="961" y="2519"/>
                  </a:cxn>
                  <a:cxn ang="0">
                    <a:pos x="1132" y="2624"/>
                  </a:cxn>
                  <a:cxn ang="0">
                    <a:pos x="1709" y="2639"/>
                  </a:cxn>
                  <a:cxn ang="0">
                    <a:pos x="1694" y="2440"/>
                  </a:cxn>
                  <a:cxn ang="0">
                    <a:pos x="1814" y="2078"/>
                  </a:cxn>
                  <a:cxn ang="0">
                    <a:pos x="1831" y="1756"/>
                  </a:cxn>
                  <a:cxn ang="0">
                    <a:pos x="1939" y="1478"/>
                  </a:cxn>
                  <a:cxn ang="0">
                    <a:pos x="1900" y="1293"/>
                  </a:cxn>
                  <a:cxn ang="0">
                    <a:pos x="1920" y="529"/>
                  </a:cxn>
                  <a:cxn ang="0">
                    <a:pos x="1915" y="60"/>
                  </a:cxn>
                  <a:cxn ang="0">
                    <a:pos x="1015" y="60"/>
                  </a:cxn>
                  <a:cxn ang="0">
                    <a:pos x="694" y="60"/>
                  </a:cxn>
                  <a:cxn ang="0">
                    <a:pos x="547" y="0"/>
                  </a:cxn>
                </a:cxnLst>
                <a:rect l="0" t="0" r="r" b="b"/>
                <a:pathLst>
                  <a:path w="1939" h="2639">
                    <a:moveTo>
                      <a:pt x="547" y="0"/>
                    </a:moveTo>
                    <a:lnTo>
                      <a:pt x="473" y="170"/>
                    </a:lnTo>
                    <a:lnTo>
                      <a:pt x="414" y="454"/>
                    </a:lnTo>
                    <a:lnTo>
                      <a:pt x="354" y="694"/>
                    </a:lnTo>
                    <a:lnTo>
                      <a:pt x="221" y="993"/>
                    </a:lnTo>
                    <a:lnTo>
                      <a:pt x="59" y="1183"/>
                    </a:lnTo>
                    <a:lnTo>
                      <a:pt x="128" y="1466"/>
                    </a:lnTo>
                    <a:lnTo>
                      <a:pt x="25" y="1496"/>
                    </a:lnTo>
                    <a:lnTo>
                      <a:pt x="0" y="1766"/>
                    </a:lnTo>
                    <a:lnTo>
                      <a:pt x="39" y="2055"/>
                    </a:lnTo>
                    <a:lnTo>
                      <a:pt x="133" y="2295"/>
                    </a:lnTo>
                    <a:lnTo>
                      <a:pt x="178" y="2527"/>
                    </a:lnTo>
                    <a:lnTo>
                      <a:pt x="354" y="2429"/>
                    </a:lnTo>
                    <a:lnTo>
                      <a:pt x="532" y="2399"/>
                    </a:lnTo>
                    <a:lnTo>
                      <a:pt x="734" y="2544"/>
                    </a:lnTo>
                    <a:lnTo>
                      <a:pt x="961" y="2519"/>
                    </a:lnTo>
                    <a:lnTo>
                      <a:pt x="1132" y="2624"/>
                    </a:lnTo>
                    <a:lnTo>
                      <a:pt x="1709" y="2639"/>
                    </a:lnTo>
                    <a:lnTo>
                      <a:pt x="1694" y="2440"/>
                    </a:lnTo>
                    <a:lnTo>
                      <a:pt x="1814" y="2078"/>
                    </a:lnTo>
                    <a:lnTo>
                      <a:pt x="1831" y="1756"/>
                    </a:lnTo>
                    <a:lnTo>
                      <a:pt x="1939" y="1478"/>
                    </a:lnTo>
                    <a:lnTo>
                      <a:pt x="1900" y="1293"/>
                    </a:lnTo>
                    <a:lnTo>
                      <a:pt x="1920" y="529"/>
                    </a:lnTo>
                    <a:lnTo>
                      <a:pt x="1915" y="60"/>
                    </a:lnTo>
                    <a:lnTo>
                      <a:pt x="1015" y="60"/>
                    </a:lnTo>
                    <a:lnTo>
                      <a:pt x="694" y="60"/>
                    </a:lnTo>
                    <a:lnTo>
                      <a:pt x="54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2" name="Freeform 150"/>
              <p:cNvSpPr>
                <a:spLocks/>
              </p:cNvSpPr>
              <p:nvPr/>
            </p:nvSpPr>
            <p:spPr bwMode="auto">
              <a:xfrm>
                <a:off x="3595689" y="2476649"/>
                <a:ext cx="479425" cy="590550"/>
              </a:xfrm>
              <a:custGeom>
                <a:avLst/>
                <a:gdLst/>
                <a:ahLst/>
                <a:cxnLst>
                  <a:cxn ang="0">
                    <a:pos x="380" y="0"/>
                  </a:cxn>
                  <a:cxn ang="0">
                    <a:pos x="305" y="170"/>
                  </a:cxn>
                  <a:cxn ang="0">
                    <a:pos x="296" y="438"/>
                  </a:cxn>
                  <a:cxn ang="0">
                    <a:pos x="185" y="680"/>
                  </a:cxn>
                  <a:cxn ang="0">
                    <a:pos x="337" y="993"/>
                  </a:cxn>
                  <a:cxn ang="0">
                    <a:pos x="337" y="1196"/>
                  </a:cxn>
                  <a:cxn ang="0">
                    <a:pos x="195" y="1311"/>
                  </a:cxn>
                  <a:cxn ang="0">
                    <a:pos x="125" y="1523"/>
                  </a:cxn>
                  <a:cxn ang="0">
                    <a:pos x="0" y="2042"/>
                  </a:cxn>
                  <a:cxn ang="0">
                    <a:pos x="217" y="2244"/>
                  </a:cxn>
                  <a:cxn ang="0">
                    <a:pos x="147" y="2318"/>
                  </a:cxn>
                  <a:cxn ang="0">
                    <a:pos x="207" y="2454"/>
                  </a:cxn>
                  <a:cxn ang="0">
                    <a:pos x="400" y="2439"/>
                  </a:cxn>
                  <a:cxn ang="0">
                    <a:pos x="455" y="2321"/>
                  </a:cxn>
                  <a:cxn ang="0">
                    <a:pos x="608" y="2239"/>
                  </a:cxn>
                  <a:cxn ang="0">
                    <a:pos x="767" y="2176"/>
                  </a:cxn>
                  <a:cxn ang="0">
                    <a:pos x="926" y="2249"/>
                  </a:cxn>
                  <a:cxn ang="0">
                    <a:pos x="992" y="2324"/>
                  </a:cxn>
                  <a:cxn ang="0">
                    <a:pos x="1122" y="2354"/>
                  </a:cxn>
                  <a:cxn ang="0">
                    <a:pos x="1344" y="2213"/>
                  </a:cxn>
                  <a:cxn ang="0">
                    <a:pos x="1552" y="2324"/>
                  </a:cxn>
                  <a:cxn ang="0">
                    <a:pos x="1724" y="2339"/>
                  </a:cxn>
                  <a:cxn ang="0">
                    <a:pos x="1677" y="2189"/>
                  </a:cxn>
                  <a:cxn ang="0">
                    <a:pos x="1667" y="2056"/>
                  </a:cxn>
                  <a:cxn ang="0">
                    <a:pos x="1965" y="2053"/>
                  </a:cxn>
                  <a:cxn ang="0">
                    <a:pos x="1800" y="1861"/>
                  </a:cxn>
                  <a:cxn ang="0">
                    <a:pos x="1812" y="1576"/>
                  </a:cxn>
                  <a:cxn ang="0">
                    <a:pos x="1748" y="1281"/>
                  </a:cxn>
                  <a:cxn ang="0">
                    <a:pos x="1517" y="1092"/>
                  </a:cxn>
                  <a:cxn ang="0">
                    <a:pos x="1266" y="867"/>
                  </a:cxn>
                  <a:cxn ang="0">
                    <a:pos x="999" y="733"/>
                  </a:cxn>
                  <a:cxn ang="0">
                    <a:pos x="877" y="783"/>
                  </a:cxn>
                  <a:cxn ang="0">
                    <a:pos x="752" y="765"/>
                  </a:cxn>
                  <a:cxn ang="0">
                    <a:pos x="753" y="358"/>
                  </a:cxn>
                  <a:cxn ang="0">
                    <a:pos x="557" y="74"/>
                  </a:cxn>
                  <a:cxn ang="0">
                    <a:pos x="380" y="0"/>
                  </a:cxn>
                </a:cxnLst>
                <a:rect l="0" t="0" r="r" b="b"/>
                <a:pathLst>
                  <a:path w="1965" h="2454">
                    <a:moveTo>
                      <a:pt x="380" y="0"/>
                    </a:moveTo>
                    <a:lnTo>
                      <a:pt x="305" y="170"/>
                    </a:lnTo>
                    <a:lnTo>
                      <a:pt x="296" y="438"/>
                    </a:lnTo>
                    <a:lnTo>
                      <a:pt x="185" y="680"/>
                    </a:lnTo>
                    <a:lnTo>
                      <a:pt x="337" y="993"/>
                    </a:lnTo>
                    <a:lnTo>
                      <a:pt x="337" y="1196"/>
                    </a:lnTo>
                    <a:lnTo>
                      <a:pt x="195" y="1311"/>
                    </a:lnTo>
                    <a:lnTo>
                      <a:pt x="125" y="1523"/>
                    </a:lnTo>
                    <a:lnTo>
                      <a:pt x="0" y="2042"/>
                    </a:lnTo>
                    <a:lnTo>
                      <a:pt x="217" y="2244"/>
                    </a:lnTo>
                    <a:lnTo>
                      <a:pt x="147" y="2318"/>
                    </a:lnTo>
                    <a:lnTo>
                      <a:pt x="207" y="2454"/>
                    </a:lnTo>
                    <a:lnTo>
                      <a:pt x="400" y="2439"/>
                    </a:lnTo>
                    <a:lnTo>
                      <a:pt x="455" y="2321"/>
                    </a:lnTo>
                    <a:lnTo>
                      <a:pt x="608" y="2239"/>
                    </a:lnTo>
                    <a:lnTo>
                      <a:pt x="767" y="2176"/>
                    </a:lnTo>
                    <a:lnTo>
                      <a:pt x="926" y="2249"/>
                    </a:lnTo>
                    <a:lnTo>
                      <a:pt x="992" y="2324"/>
                    </a:lnTo>
                    <a:lnTo>
                      <a:pt x="1122" y="2354"/>
                    </a:lnTo>
                    <a:lnTo>
                      <a:pt x="1344" y="2213"/>
                    </a:lnTo>
                    <a:lnTo>
                      <a:pt x="1552" y="2324"/>
                    </a:lnTo>
                    <a:lnTo>
                      <a:pt x="1724" y="2339"/>
                    </a:lnTo>
                    <a:lnTo>
                      <a:pt x="1677" y="2189"/>
                    </a:lnTo>
                    <a:lnTo>
                      <a:pt x="1667" y="2056"/>
                    </a:lnTo>
                    <a:lnTo>
                      <a:pt x="1965" y="2053"/>
                    </a:lnTo>
                    <a:lnTo>
                      <a:pt x="1800" y="1861"/>
                    </a:lnTo>
                    <a:lnTo>
                      <a:pt x="1812" y="1576"/>
                    </a:lnTo>
                    <a:lnTo>
                      <a:pt x="1748" y="1281"/>
                    </a:lnTo>
                    <a:lnTo>
                      <a:pt x="1517" y="1092"/>
                    </a:lnTo>
                    <a:lnTo>
                      <a:pt x="1266" y="867"/>
                    </a:lnTo>
                    <a:lnTo>
                      <a:pt x="999" y="733"/>
                    </a:lnTo>
                    <a:lnTo>
                      <a:pt x="877" y="783"/>
                    </a:lnTo>
                    <a:lnTo>
                      <a:pt x="752" y="765"/>
                    </a:lnTo>
                    <a:lnTo>
                      <a:pt x="753" y="358"/>
                    </a:lnTo>
                    <a:lnTo>
                      <a:pt x="557" y="74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3" name="Freeform 151"/>
              <p:cNvSpPr>
                <a:spLocks/>
              </p:cNvSpPr>
              <p:nvPr/>
            </p:nvSpPr>
            <p:spPr bwMode="auto">
              <a:xfrm>
                <a:off x="3689351" y="2378224"/>
                <a:ext cx="563563" cy="598488"/>
              </a:xfrm>
              <a:custGeom>
                <a:avLst/>
                <a:gdLst/>
                <a:ahLst/>
                <a:cxnLst>
                  <a:cxn ang="0">
                    <a:pos x="2320" y="1368"/>
                  </a:cxn>
                  <a:cxn ang="0">
                    <a:pos x="2097" y="840"/>
                  </a:cxn>
                  <a:cxn ang="0">
                    <a:pos x="1713" y="467"/>
                  </a:cxn>
                  <a:cxn ang="0">
                    <a:pos x="1609" y="307"/>
                  </a:cxn>
                  <a:cxn ang="0">
                    <a:pos x="1452" y="248"/>
                  </a:cxn>
                  <a:cxn ang="0">
                    <a:pos x="1201" y="317"/>
                  </a:cxn>
                  <a:cxn ang="0">
                    <a:pos x="1003" y="306"/>
                  </a:cxn>
                  <a:cxn ang="0">
                    <a:pos x="269" y="0"/>
                  </a:cxn>
                  <a:cxn ang="0">
                    <a:pos x="134" y="85"/>
                  </a:cxn>
                  <a:cxn ang="0">
                    <a:pos x="119" y="243"/>
                  </a:cxn>
                  <a:cxn ang="0">
                    <a:pos x="0" y="407"/>
                  </a:cxn>
                  <a:cxn ang="0">
                    <a:pos x="176" y="481"/>
                  </a:cxn>
                  <a:cxn ang="0">
                    <a:pos x="374" y="766"/>
                  </a:cxn>
                  <a:cxn ang="0">
                    <a:pos x="374" y="1174"/>
                  </a:cxn>
                  <a:cxn ang="0">
                    <a:pos x="502" y="1189"/>
                  </a:cxn>
                  <a:cxn ang="0">
                    <a:pos x="620" y="1142"/>
                  </a:cxn>
                  <a:cxn ang="0">
                    <a:pos x="886" y="1275"/>
                  </a:cxn>
                  <a:cxn ang="0">
                    <a:pos x="1147" y="1507"/>
                  </a:cxn>
                  <a:cxn ang="0">
                    <a:pos x="1367" y="1689"/>
                  </a:cxn>
                  <a:cxn ang="0">
                    <a:pos x="1432" y="1984"/>
                  </a:cxn>
                  <a:cxn ang="0">
                    <a:pos x="1422" y="2269"/>
                  </a:cxn>
                  <a:cxn ang="0">
                    <a:pos x="1588" y="2461"/>
                  </a:cxn>
                  <a:cxn ang="0">
                    <a:pos x="2171" y="2487"/>
                  </a:cxn>
                  <a:cxn ang="0">
                    <a:pos x="2142" y="2042"/>
                  </a:cxn>
                  <a:cxn ang="0">
                    <a:pos x="2067" y="1813"/>
                  </a:cxn>
                  <a:cxn ang="0">
                    <a:pos x="2184" y="1672"/>
                  </a:cxn>
                  <a:cxn ang="0">
                    <a:pos x="2320" y="1368"/>
                  </a:cxn>
                </a:cxnLst>
                <a:rect l="0" t="0" r="r" b="b"/>
                <a:pathLst>
                  <a:path w="2320" h="2487">
                    <a:moveTo>
                      <a:pt x="2320" y="1368"/>
                    </a:moveTo>
                    <a:lnTo>
                      <a:pt x="2097" y="840"/>
                    </a:lnTo>
                    <a:lnTo>
                      <a:pt x="1713" y="467"/>
                    </a:lnTo>
                    <a:lnTo>
                      <a:pt x="1609" y="307"/>
                    </a:lnTo>
                    <a:lnTo>
                      <a:pt x="1452" y="248"/>
                    </a:lnTo>
                    <a:lnTo>
                      <a:pt x="1201" y="317"/>
                    </a:lnTo>
                    <a:lnTo>
                      <a:pt x="1003" y="306"/>
                    </a:lnTo>
                    <a:lnTo>
                      <a:pt x="269" y="0"/>
                    </a:lnTo>
                    <a:lnTo>
                      <a:pt x="134" y="85"/>
                    </a:lnTo>
                    <a:lnTo>
                      <a:pt x="119" y="243"/>
                    </a:lnTo>
                    <a:lnTo>
                      <a:pt x="0" y="407"/>
                    </a:lnTo>
                    <a:lnTo>
                      <a:pt x="176" y="481"/>
                    </a:lnTo>
                    <a:lnTo>
                      <a:pt x="374" y="766"/>
                    </a:lnTo>
                    <a:lnTo>
                      <a:pt x="374" y="1174"/>
                    </a:lnTo>
                    <a:lnTo>
                      <a:pt x="502" y="1189"/>
                    </a:lnTo>
                    <a:lnTo>
                      <a:pt x="620" y="1142"/>
                    </a:lnTo>
                    <a:lnTo>
                      <a:pt x="886" y="1275"/>
                    </a:lnTo>
                    <a:lnTo>
                      <a:pt x="1147" y="1507"/>
                    </a:lnTo>
                    <a:lnTo>
                      <a:pt x="1367" y="1689"/>
                    </a:lnTo>
                    <a:lnTo>
                      <a:pt x="1432" y="1984"/>
                    </a:lnTo>
                    <a:lnTo>
                      <a:pt x="1422" y="2269"/>
                    </a:lnTo>
                    <a:lnTo>
                      <a:pt x="1588" y="2461"/>
                    </a:lnTo>
                    <a:lnTo>
                      <a:pt x="2171" y="2487"/>
                    </a:lnTo>
                    <a:lnTo>
                      <a:pt x="2142" y="2042"/>
                    </a:lnTo>
                    <a:lnTo>
                      <a:pt x="2067" y="1813"/>
                    </a:lnTo>
                    <a:lnTo>
                      <a:pt x="2184" y="1672"/>
                    </a:lnTo>
                    <a:lnTo>
                      <a:pt x="2320" y="1368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4" name="Freeform 152"/>
              <p:cNvSpPr>
                <a:spLocks/>
              </p:cNvSpPr>
              <p:nvPr/>
            </p:nvSpPr>
            <p:spPr bwMode="auto">
              <a:xfrm>
                <a:off x="3754439" y="1992461"/>
                <a:ext cx="557213" cy="714375"/>
              </a:xfrm>
              <a:custGeom>
                <a:avLst/>
                <a:gdLst/>
                <a:ahLst/>
                <a:cxnLst>
                  <a:cxn ang="0">
                    <a:pos x="291" y="0"/>
                  </a:cxn>
                  <a:cxn ang="0">
                    <a:pos x="181" y="120"/>
                  </a:cxn>
                  <a:cxn ang="0">
                    <a:pos x="203" y="369"/>
                  </a:cxn>
                  <a:cxn ang="0">
                    <a:pos x="294" y="625"/>
                  </a:cxn>
                  <a:cxn ang="0">
                    <a:pos x="201" y="802"/>
                  </a:cxn>
                  <a:cxn ang="0">
                    <a:pos x="326" y="1182"/>
                  </a:cxn>
                  <a:cxn ang="0">
                    <a:pos x="128" y="1243"/>
                  </a:cxn>
                  <a:cxn ang="0">
                    <a:pos x="1" y="1496"/>
                  </a:cxn>
                  <a:cxn ang="0">
                    <a:pos x="0" y="1608"/>
                  </a:cxn>
                  <a:cxn ang="0">
                    <a:pos x="735" y="1916"/>
                  </a:cxn>
                  <a:cxn ang="0">
                    <a:pos x="940" y="1923"/>
                  </a:cxn>
                  <a:cxn ang="0">
                    <a:pos x="1177" y="1855"/>
                  </a:cxn>
                  <a:cxn ang="0">
                    <a:pos x="1338" y="1914"/>
                  </a:cxn>
                  <a:cxn ang="0">
                    <a:pos x="1440" y="2073"/>
                  </a:cxn>
                  <a:cxn ang="0">
                    <a:pos x="1824" y="2445"/>
                  </a:cxn>
                  <a:cxn ang="0">
                    <a:pos x="2047" y="2973"/>
                  </a:cxn>
                  <a:cxn ang="0">
                    <a:pos x="2173" y="2878"/>
                  </a:cxn>
                  <a:cxn ang="0">
                    <a:pos x="2290" y="2656"/>
                  </a:cxn>
                  <a:cxn ang="0">
                    <a:pos x="2245" y="2424"/>
                  </a:cxn>
                  <a:cxn ang="0">
                    <a:pos x="2149" y="2176"/>
                  </a:cxn>
                  <a:cxn ang="0">
                    <a:pos x="2113" y="1896"/>
                  </a:cxn>
                  <a:cxn ang="0">
                    <a:pos x="2134" y="1627"/>
                  </a:cxn>
                  <a:cxn ang="0">
                    <a:pos x="2049" y="1536"/>
                  </a:cxn>
                  <a:cxn ang="0">
                    <a:pos x="1906" y="1656"/>
                  </a:cxn>
                  <a:cxn ang="0">
                    <a:pos x="1788" y="1542"/>
                  </a:cxn>
                  <a:cxn ang="0">
                    <a:pos x="1724" y="1311"/>
                  </a:cxn>
                  <a:cxn ang="0">
                    <a:pos x="1680" y="1162"/>
                  </a:cxn>
                  <a:cxn ang="0">
                    <a:pos x="1759" y="957"/>
                  </a:cxn>
                  <a:cxn ang="0">
                    <a:pos x="1620" y="817"/>
                  </a:cxn>
                  <a:cxn ang="0">
                    <a:pos x="1665" y="644"/>
                  </a:cxn>
                  <a:cxn ang="0">
                    <a:pos x="1577" y="554"/>
                  </a:cxn>
                  <a:cxn ang="0">
                    <a:pos x="1384" y="584"/>
                  </a:cxn>
                  <a:cxn ang="0">
                    <a:pos x="1227" y="444"/>
                  </a:cxn>
                  <a:cxn ang="0">
                    <a:pos x="1183" y="324"/>
                  </a:cxn>
                  <a:cxn ang="0">
                    <a:pos x="1384" y="130"/>
                  </a:cxn>
                  <a:cxn ang="0">
                    <a:pos x="1315" y="10"/>
                  </a:cxn>
                  <a:cxn ang="0">
                    <a:pos x="843" y="40"/>
                  </a:cxn>
                  <a:cxn ang="0">
                    <a:pos x="291" y="0"/>
                  </a:cxn>
                </a:cxnLst>
                <a:rect l="0" t="0" r="r" b="b"/>
                <a:pathLst>
                  <a:path w="2290" h="2973">
                    <a:moveTo>
                      <a:pt x="291" y="0"/>
                    </a:moveTo>
                    <a:lnTo>
                      <a:pt x="181" y="120"/>
                    </a:lnTo>
                    <a:lnTo>
                      <a:pt x="203" y="369"/>
                    </a:lnTo>
                    <a:lnTo>
                      <a:pt x="294" y="625"/>
                    </a:lnTo>
                    <a:lnTo>
                      <a:pt x="201" y="802"/>
                    </a:lnTo>
                    <a:lnTo>
                      <a:pt x="326" y="1182"/>
                    </a:lnTo>
                    <a:lnTo>
                      <a:pt x="128" y="1243"/>
                    </a:lnTo>
                    <a:lnTo>
                      <a:pt x="1" y="1496"/>
                    </a:lnTo>
                    <a:lnTo>
                      <a:pt x="0" y="1608"/>
                    </a:lnTo>
                    <a:lnTo>
                      <a:pt x="735" y="1916"/>
                    </a:lnTo>
                    <a:lnTo>
                      <a:pt x="940" y="1923"/>
                    </a:lnTo>
                    <a:lnTo>
                      <a:pt x="1177" y="1855"/>
                    </a:lnTo>
                    <a:lnTo>
                      <a:pt x="1338" y="1914"/>
                    </a:lnTo>
                    <a:lnTo>
                      <a:pt x="1440" y="2073"/>
                    </a:lnTo>
                    <a:lnTo>
                      <a:pt x="1824" y="2445"/>
                    </a:lnTo>
                    <a:lnTo>
                      <a:pt x="2047" y="2973"/>
                    </a:lnTo>
                    <a:lnTo>
                      <a:pt x="2173" y="2878"/>
                    </a:lnTo>
                    <a:lnTo>
                      <a:pt x="2290" y="2656"/>
                    </a:lnTo>
                    <a:lnTo>
                      <a:pt x="2245" y="2424"/>
                    </a:lnTo>
                    <a:lnTo>
                      <a:pt x="2149" y="2176"/>
                    </a:lnTo>
                    <a:lnTo>
                      <a:pt x="2113" y="1896"/>
                    </a:lnTo>
                    <a:lnTo>
                      <a:pt x="2134" y="1627"/>
                    </a:lnTo>
                    <a:lnTo>
                      <a:pt x="2049" y="1536"/>
                    </a:lnTo>
                    <a:lnTo>
                      <a:pt x="1906" y="1656"/>
                    </a:lnTo>
                    <a:lnTo>
                      <a:pt x="1788" y="1542"/>
                    </a:lnTo>
                    <a:lnTo>
                      <a:pt x="1724" y="1311"/>
                    </a:lnTo>
                    <a:lnTo>
                      <a:pt x="1680" y="1162"/>
                    </a:lnTo>
                    <a:lnTo>
                      <a:pt x="1759" y="957"/>
                    </a:lnTo>
                    <a:lnTo>
                      <a:pt x="1620" y="817"/>
                    </a:lnTo>
                    <a:lnTo>
                      <a:pt x="1665" y="644"/>
                    </a:lnTo>
                    <a:lnTo>
                      <a:pt x="1577" y="554"/>
                    </a:lnTo>
                    <a:lnTo>
                      <a:pt x="1384" y="584"/>
                    </a:lnTo>
                    <a:lnTo>
                      <a:pt x="1227" y="444"/>
                    </a:lnTo>
                    <a:lnTo>
                      <a:pt x="1183" y="324"/>
                    </a:lnTo>
                    <a:lnTo>
                      <a:pt x="1384" y="130"/>
                    </a:lnTo>
                    <a:lnTo>
                      <a:pt x="1315" y="10"/>
                    </a:lnTo>
                    <a:lnTo>
                      <a:pt x="843" y="40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5" name="Freeform 153"/>
              <p:cNvSpPr>
                <a:spLocks/>
              </p:cNvSpPr>
              <p:nvPr/>
            </p:nvSpPr>
            <p:spPr bwMode="auto">
              <a:xfrm>
                <a:off x="4149726" y="2103586"/>
                <a:ext cx="220663" cy="287338"/>
              </a:xfrm>
              <a:custGeom>
                <a:avLst/>
                <a:gdLst/>
                <a:ahLst/>
                <a:cxnLst>
                  <a:cxn ang="0">
                    <a:pos x="41" y="175"/>
                  </a:cxn>
                  <a:cxn ang="0">
                    <a:pos x="174" y="130"/>
                  </a:cxn>
                  <a:cxn ang="0">
                    <a:pos x="311" y="0"/>
                  </a:cxn>
                  <a:cxn ang="0">
                    <a:pos x="678" y="120"/>
                  </a:cxn>
                  <a:cxn ang="0">
                    <a:pos x="905" y="88"/>
                  </a:cxn>
                  <a:cxn ang="0">
                    <a:pos x="839" y="359"/>
                  </a:cxn>
                  <a:cxn ang="0">
                    <a:pos x="702" y="668"/>
                  </a:cxn>
                  <a:cxn ang="0">
                    <a:pos x="547" y="848"/>
                  </a:cxn>
                  <a:cxn ang="0">
                    <a:pos x="614" y="1133"/>
                  </a:cxn>
                  <a:cxn ang="0">
                    <a:pos x="512" y="1163"/>
                  </a:cxn>
                  <a:cxn ang="0">
                    <a:pos x="423" y="1072"/>
                  </a:cxn>
                  <a:cxn ang="0">
                    <a:pos x="281" y="1192"/>
                  </a:cxn>
                  <a:cxn ang="0">
                    <a:pos x="164" y="1077"/>
                  </a:cxn>
                  <a:cxn ang="0">
                    <a:pos x="57" y="700"/>
                  </a:cxn>
                  <a:cxn ang="0">
                    <a:pos x="137" y="495"/>
                  </a:cxn>
                  <a:cxn ang="0">
                    <a:pos x="0" y="355"/>
                  </a:cxn>
                  <a:cxn ang="0">
                    <a:pos x="41" y="175"/>
                  </a:cxn>
                </a:cxnLst>
                <a:rect l="0" t="0" r="r" b="b"/>
                <a:pathLst>
                  <a:path w="905" h="1192">
                    <a:moveTo>
                      <a:pt x="41" y="175"/>
                    </a:moveTo>
                    <a:lnTo>
                      <a:pt x="174" y="130"/>
                    </a:lnTo>
                    <a:lnTo>
                      <a:pt x="311" y="0"/>
                    </a:lnTo>
                    <a:lnTo>
                      <a:pt x="678" y="120"/>
                    </a:lnTo>
                    <a:lnTo>
                      <a:pt x="905" y="88"/>
                    </a:lnTo>
                    <a:lnTo>
                      <a:pt x="839" y="359"/>
                    </a:lnTo>
                    <a:lnTo>
                      <a:pt x="702" y="668"/>
                    </a:lnTo>
                    <a:lnTo>
                      <a:pt x="547" y="848"/>
                    </a:lnTo>
                    <a:lnTo>
                      <a:pt x="614" y="1133"/>
                    </a:lnTo>
                    <a:lnTo>
                      <a:pt x="512" y="1163"/>
                    </a:lnTo>
                    <a:lnTo>
                      <a:pt x="423" y="1072"/>
                    </a:lnTo>
                    <a:lnTo>
                      <a:pt x="281" y="1192"/>
                    </a:lnTo>
                    <a:lnTo>
                      <a:pt x="164" y="1077"/>
                    </a:lnTo>
                    <a:lnTo>
                      <a:pt x="57" y="700"/>
                    </a:lnTo>
                    <a:lnTo>
                      <a:pt x="137" y="495"/>
                    </a:lnTo>
                    <a:lnTo>
                      <a:pt x="0" y="355"/>
                    </a:lnTo>
                    <a:lnTo>
                      <a:pt x="41" y="17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6" name="Freeform 154"/>
              <p:cNvSpPr>
                <a:spLocks/>
              </p:cNvSpPr>
              <p:nvPr/>
            </p:nvSpPr>
            <p:spPr bwMode="auto">
              <a:xfrm>
                <a:off x="3790951" y="1492399"/>
                <a:ext cx="876300" cy="654050"/>
              </a:xfrm>
              <a:custGeom>
                <a:avLst/>
                <a:gdLst/>
                <a:ahLst/>
                <a:cxnLst>
                  <a:cxn ang="0">
                    <a:pos x="720" y="1148"/>
                  </a:cxn>
                  <a:cxn ang="0">
                    <a:pos x="531" y="1271"/>
                  </a:cxn>
                  <a:cxn ang="0">
                    <a:pos x="399" y="1431"/>
                  </a:cxn>
                  <a:cxn ang="0">
                    <a:pos x="0" y="1720"/>
                  </a:cxn>
                  <a:cxn ang="0">
                    <a:pos x="25" y="1879"/>
                  </a:cxn>
                  <a:cxn ang="0">
                    <a:pos x="143" y="2080"/>
                  </a:cxn>
                  <a:cxn ang="0">
                    <a:pos x="689" y="2120"/>
                  </a:cxn>
                  <a:cxn ang="0">
                    <a:pos x="1164" y="2088"/>
                  </a:cxn>
                  <a:cxn ang="0">
                    <a:pos x="1235" y="2213"/>
                  </a:cxn>
                  <a:cxn ang="0">
                    <a:pos x="1035" y="2404"/>
                  </a:cxn>
                  <a:cxn ang="0">
                    <a:pos x="1078" y="2522"/>
                  </a:cxn>
                  <a:cxn ang="0">
                    <a:pos x="1235" y="2662"/>
                  </a:cxn>
                  <a:cxn ang="0">
                    <a:pos x="1424" y="2631"/>
                  </a:cxn>
                  <a:cxn ang="0">
                    <a:pos x="1514" y="2718"/>
                  </a:cxn>
                  <a:cxn ang="0">
                    <a:pos x="1652" y="2671"/>
                  </a:cxn>
                  <a:cxn ang="0">
                    <a:pos x="1787" y="2546"/>
                  </a:cxn>
                  <a:cxn ang="0">
                    <a:pos x="2155" y="2662"/>
                  </a:cxn>
                  <a:cxn ang="0">
                    <a:pos x="2382" y="2628"/>
                  </a:cxn>
                  <a:cxn ang="0">
                    <a:pos x="2437" y="2378"/>
                  </a:cxn>
                  <a:cxn ang="0">
                    <a:pos x="2511" y="2208"/>
                  </a:cxn>
                  <a:cxn ang="0">
                    <a:pos x="2662" y="2268"/>
                  </a:cxn>
                  <a:cxn ang="0">
                    <a:pos x="2982" y="2266"/>
                  </a:cxn>
                  <a:cxn ang="0">
                    <a:pos x="3529" y="1496"/>
                  </a:cxn>
                  <a:cxn ang="0">
                    <a:pos x="3559" y="1316"/>
                  </a:cxn>
                  <a:cxn ang="0">
                    <a:pos x="3539" y="654"/>
                  </a:cxn>
                  <a:cxn ang="0">
                    <a:pos x="3597" y="358"/>
                  </a:cxn>
                  <a:cxn ang="0">
                    <a:pos x="3377" y="190"/>
                  </a:cxn>
                  <a:cxn ang="0">
                    <a:pos x="3184" y="0"/>
                  </a:cxn>
                  <a:cxn ang="0">
                    <a:pos x="2998" y="25"/>
                  </a:cxn>
                  <a:cxn ang="0">
                    <a:pos x="2623" y="10"/>
                  </a:cxn>
                  <a:cxn ang="0">
                    <a:pos x="2417" y="359"/>
                  </a:cxn>
                  <a:cxn ang="0">
                    <a:pos x="2387" y="504"/>
                  </a:cxn>
                  <a:cxn ang="0">
                    <a:pos x="2299" y="474"/>
                  </a:cxn>
                  <a:cxn ang="0">
                    <a:pos x="2244" y="142"/>
                  </a:cxn>
                  <a:cxn ang="0">
                    <a:pos x="1838" y="89"/>
                  </a:cxn>
                  <a:cxn ang="0">
                    <a:pos x="1817" y="269"/>
                  </a:cxn>
                  <a:cxn ang="0">
                    <a:pos x="1874" y="569"/>
                  </a:cxn>
                  <a:cxn ang="0">
                    <a:pos x="2010" y="700"/>
                  </a:cxn>
                  <a:cxn ang="0">
                    <a:pos x="2122" y="892"/>
                  </a:cxn>
                  <a:cxn ang="0">
                    <a:pos x="2289" y="957"/>
                  </a:cxn>
                  <a:cxn ang="0">
                    <a:pos x="2447" y="972"/>
                  </a:cxn>
                  <a:cxn ang="0">
                    <a:pos x="2452" y="1241"/>
                  </a:cxn>
                  <a:cxn ang="0">
                    <a:pos x="2491" y="1416"/>
                  </a:cxn>
                  <a:cxn ang="0">
                    <a:pos x="2313" y="1580"/>
                  </a:cxn>
                  <a:cxn ang="0">
                    <a:pos x="2127" y="1600"/>
                  </a:cxn>
                  <a:cxn ang="0">
                    <a:pos x="1840" y="1585"/>
                  </a:cxn>
                  <a:cxn ang="0">
                    <a:pos x="1664" y="1506"/>
                  </a:cxn>
                  <a:cxn ang="0">
                    <a:pos x="1462" y="1271"/>
                  </a:cxn>
                  <a:cxn ang="0">
                    <a:pos x="1447" y="1072"/>
                  </a:cxn>
                  <a:cxn ang="0">
                    <a:pos x="1369" y="907"/>
                  </a:cxn>
                  <a:cxn ang="0">
                    <a:pos x="1225" y="862"/>
                  </a:cxn>
                  <a:cxn ang="0">
                    <a:pos x="1191" y="997"/>
                  </a:cxn>
                  <a:cxn ang="0">
                    <a:pos x="1270" y="1251"/>
                  </a:cxn>
                  <a:cxn ang="0">
                    <a:pos x="1280" y="1446"/>
                  </a:cxn>
                  <a:cxn ang="0">
                    <a:pos x="720" y="1148"/>
                  </a:cxn>
                </a:cxnLst>
                <a:rect l="0" t="0" r="r" b="b"/>
                <a:pathLst>
                  <a:path w="3597" h="2718">
                    <a:moveTo>
                      <a:pt x="720" y="1148"/>
                    </a:moveTo>
                    <a:lnTo>
                      <a:pt x="531" y="1271"/>
                    </a:lnTo>
                    <a:lnTo>
                      <a:pt x="399" y="1431"/>
                    </a:lnTo>
                    <a:lnTo>
                      <a:pt x="0" y="1720"/>
                    </a:lnTo>
                    <a:lnTo>
                      <a:pt x="25" y="1879"/>
                    </a:lnTo>
                    <a:lnTo>
                      <a:pt x="143" y="2080"/>
                    </a:lnTo>
                    <a:lnTo>
                      <a:pt x="689" y="2120"/>
                    </a:lnTo>
                    <a:lnTo>
                      <a:pt x="1164" y="2088"/>
                    </a:lnTo>
                    <a:lnTo>
                      <a:pt x="1235" y="2213"/>
                    </a:lnTo>
                    <a:lnTo>
                      <a:pt x="1035" y="2404"/>
                    </a:lnTo>
                    <a:lnTo>
                      <a:pt x="1078" y="2522"/>
                    </a:lnTo>
                    <a:lnTo>
                      <a:pt x="1235" y="2662"/>
                    </a:lnTo>
                    <a:lnTo>
                      <a:pt x="1424" y="2631"/>
                    </a:lnTo>
                    <a:lnTo>
                      <a:pt x="1514" y="2718"/>
                    </a:lnTo>
                    <a:lnTo>
                      <a:pt x="1652" y="2671"/>
                    </a:lnTo>
                    <a:lnTo>
                      <a:pt x="1787" y="2546"/>
                    </a:lnTo>
                    <a:lnTo>
                      <a:pt x="2155" y="2662"/>
                    </a:lnTo>
                    <a:lnTo>
                      <a:pt x="2382" y="2628"/>
                    </a:lnTo>
                    <a:lnTo>
                      <a:pt x="2437" y="2378"/>
                    </a:lnTo>
                    <a:lnTo>
                      <a:pt x="2511" y="2208"/>
                    </a:lnTo>
                    <a:lnTo>
                      <a:pt x="2662" y="2268"/>
                    </a:lnTo>
                    <a:lnTo>
                      <a:pt x="2982" y="2266"/>
                    </a:lnTo>
                    <a:lnTo>
                      <a:pt x="3529" y="1496"/>
                    </a:lnTo>
                    <a:lnTo>
                      <a:pt x="3559" y="1316"/>
                    </a:lnTo>
                    <a:lnTo>
                      <a:pt x="3539" y="654"/>
                    </a:lnTo>
                    <a:lnTo>
                      <a:pt x="3597" y="358"/>
                    </a:lnTo>
                    <a:lnTo>
                      <a:pt x="3377" y="190"/>
                    </a:lnTo>
                    <a:lnTo>
                      <a:pt x="3184" y="0"/>
                    </a:lnTo>
                    <a:lnTo>
                      <a:pt x="2998" y="25"/>
                    </a:lnTo>
                    <a:lnTo>
                      <a:pt x="2623" y="10"/>
                    </a:lnTo>
                    <a:lnTo>
                      <a:pt x="2417" y="359"/>
                    </a:lnTo>
                    <a:lnTo>
                      <a:pt x="2387" y="504"/>
                    </a:lnTo>
                    <a:lnTo>
                      <a:pt x="2299" y="474"/>
                    </a:lnTo>
                    <a:lnTo>
                      <a:pt x="2244" y="142"/>
                    </a:lnTo>
                    <a:lnTo>
                      <a:pt x="1838" y="89"/>
                    </a:lnTo>
                    <a:lnTo>
                      <a:pt x="1817" y="269"/>
                    </a:lnTo>
                    <a:lnTo>
                      <a:pt x="1874" y="569"/>
                    </a:lnTo>
                    <a:lnTo>
                      <a:pt x="2010" y="700"/>
                    </a:lnTo>
                    <a:lnTo>
                      <a:pt x="2122" y="892"/>
                    </a:lnTo>
                    <a:lnTo>
                      <a:pt x="2289" y="957"/>
                    </a:lnTo>
                    <a:lnTo>
                      <a:pt x="2447" y="972"/>
                    </a:lnTo>
                    <a:lnTo>
                      <a:pt x="2452" y="1241"/>
                    </a:lnTo>
                    <a:lnTo>
                      <a:pt x="2491" y="1416"/>
                    </a:lnTo>
                    <a:lnTo>
                      <a:pt x="2313" y="1580"/>
                    </a:lnTo>
                    <a:lnTo>
                      <a:pt x="2127" y="1600"/>
                    </a:lnTo>
                    <a:lnTo>
                      <a:pt x="1840" y="1585"/>
                    </a:lnTo>
                    <a:lnTo>
                      <a:pt x="1664" y="1506"/>
                    </a:lnTo>
                    <a:lnTo>
                      <a:pt x="1462" y="1271"/>
                    </a:lnTo>
                    <a:lnTo>
                      <a:pt x="1447" y="1072"/>
                    </a:lnTo>
                    <a:lnTo>
                      <a:pt x="1369" y="907"/>
                    </a:lnTo>
                    <a:lnTo>
                      <a:pt x="1225" y="862"/>
                    </a:lnTo>
                    <a:lnTo>
                      <a:pt x="1191" y="997"/>
                    </a:lnTo>
                    <a:lnTo>
                      <a:pt x="1270" y="1251"/>
                    </a:lnTo>
                    <a:lnTo>
                      <a:pt x="1280" y="1446"/>
                    </a:lnTo>
                    <a:lnTo>
                      <a:pt x="720" y="1148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7" name="Freeform 155"/>
              <p:cNvSpPr>
                <a:spLocks/>
              </p:cNvSpPr>
              <p:nvPr/>
            </p:nvSpPr>
            <p:spPr bwMode="auto">
              <a:xfrm>
                <a:off x="3963989" y="1462236"/>
                <a:ext cx="433388" cy="415925"/>
              </a:xfrm>
              <a:custGeom>
                <a:avLst/>
                <a:gdLst/>
                <a:ahLst/>
                <a:cxnLst>
                  <a:cxn ang="0">
                    <a:pos x="559" y="0"/>
                  </a:cxn>
                  <a:cxn ang="0">
                    <a:pos x="478" y="243"/>
                  </a:cxn>
                  <a:cxn ang="0">
                    <a:pos x="264" y="288"/>
                  </a:cxn>
                  <a:cxn ang="0">
                    <a:pos x="0" y="695"/>
                  </a:cxn>
                  <a:cxn ang="0">
                    <a:pos x="56" y="926"/>
                  </a:cxn>
                  <a:cxn ang="0">
                    <a:pos x="8" y="1271"/>
                  </a:cxn>
                  <a:cxn ang="0">
                    <a:pos x="570" y="1572"/>
                  </a:cxn>
                  <a:cxn ang="0">
                    <a:pos x="560" y="1380"/>
                  </a:cxn>
                  <a:cxn ang="0">
                    <a:pos x="480" y="1124"/>
                  </a:cxn>
                  <a:cxn ang="0">
                    <a:pos x="514" y="987"/>
                  </a:cxn>
                  <a:cxn ang="0">
                    <a:pos x="655" y="1030"/>
                  </a:cxn>
                  <a:cxn ang="0">
                    <a:pos x="733" y="1182"/>
                  </a:cxn>
                  <a:cxn ang="0">
                    <a:pos x="750" y="1395"/>
                  </a:cxn>
                  <a:cxn ang="0">
                    <a:pos x="957" y="1631"/>
                  </a:cxn>
                  <a:cxn ang="0">
                    <a:pos x="1137" y="1710"/>
                  </a:cxn>
                  <a:cxn ang="0">
                    <a:pos x="1407" y="1725"/>
                  </a:cxn>
                  <a:cxn ang="0">
                    <a:pos x="1603" y="1704"/>
                  </a:cxn>
                  <a:cxn ang="0">
                    <a:pos x="1779" y="1537"/>
                  </a:cxn>
                  <a:cxn ang="0">
                    <a:pos x="1741" y="1354"/>
                  </a:cxn>
                  <a:cxn ang="0">
                    <a:pos x="1738" y="1100"/>
                  </a:cxn>
                  <a:cxn ang="0">
                    <a:pos x="1576" y="1077"/>
                  </a:cxn>
                  <a:cxn ang="0">
                    <a:pos x="1411" y="1016"/>
                  </a:cxn>
                  <a:cxn ang="0">
                    <a:pos x="1298" y="826"/>
                  </a:cxn>
                  <a:cxn ang="0">
                    <a:pos x="1163" y="693"/>
                  </a:cxn>
                  <a:cxn ang="0">
                    <a:pos x="1106" y="383"/>
                  </a:cxn>
                  <a:cxn ang="0">
                    <a:pos x="1126" y="213"/>
                  </a:cxn>
                  <a:cxn ang="0">
                    <a:pos x="854" y="230"/>
                  </a:cxn>
                  <a:cxn ang="0">
                    <a:pos x="559" y="0"/>
                  </a:cxn>
                </a:cxnLst>
                <a:rect l="0" t="0" r="r" b="b"/>
                <a:pathLst>
                  <a:path w="1779" h="1725">
                    <a:moveTo>
                      <a:pt x="559" y="0"/>
                    </a:moveTo>
                    <a:lnTo>
                      <a:pt x="478" y="243"/>
                    </a:lnTo>
                    <a:lnTo>
                      <a:pt x="264" y="288"/>
                    </a:lnTo>
                    <a:lnTo>
                      <a:pt x="0" y="695"/>
                    </a:lnTo>
                    <a:lnTo>
                      <a:pt x="56" y="926"/>
                    </a:lnTo>
                    <a:lnTo>
                      <a:pt x="8" y="1271"/>
                    </a:lnTo>
                    <a:lnTo>
                      <a:pt x="570" y="1572"/>
                    </a:lnTo>
                    <a:lnTo>
                      <a:pt x="560" y="1380"/>
                    </a:lnTo>
                    <a:lnTo>
                      <a:pt x="480" y="1124"/>
                    </a:lnTo>
                    <a:lnTo>
                      <a:pt x="514" y="987"/>
                    </a:lnTo>
                    <a:lnTo>
                      <a:pt x="655" y="1030"/>
                    </a:lnTo>
                    <a:lnTo>
                      <a:pt x="733" y="1182"/>
                    </a:lnTo>
                    <a:lnTo>
                      <a:pt x="750" y="1395"/>
                    </a:lnTo>
                    <a:lnTo>
                      <a:pt x="957" y="1631"/>
                    </a:lnTo>
                    <a:lnTo>
                      <a:pt x="1137" y="1710"/>
                    </a:lnTo>
                    <a:lnTo>
                      <a:pt x="1407" y="1725"/>
                    </a:lnTo>
                    <a:lnTo>
                      <a:pt x="1603" y="1704"/>
                    </a:lnTo>
                    <a:lnTo>
                      <a:pt x="1779" y="1537"/>
                    </a:lnTo>
                    <a:lnTo>
                      <a:pt x="1741" y="1354"/>
                    </a:lnTo>
                    <a:lnTo>
                      <a:pt x="1738" y="1100"/>
                    </a:lnTo>
                    <a:lnTo>
                      <a:pt x="1576" y="1077"/>
                    </a:lnTo>
                    <a:lnTo>
                      <a:pt x="1411" y="1016"/>
                    </a:lnTo>
                    <a:lnTo>
                      <a:pt x="1298" y="826"/>
                    </a:lnTo>
                    <a:lnTo>
                      <a:pt x="1163" y="693"/>
                    </a:lnTo>
                    <a:lnTo>
                      <a:pt x="1106" y="383"/>
                    </a:lnTo>
                    <a:lnTo>
                      <a:pt x="1126" y="213"/>
                    </a:lnTo>
                    <a:lnTo>
                      <a:pt x="854" y="230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8" name="Freeform 156"/>
              <p:cNvSpPr>
                <a:spLocks/>
              </p:cNvSpPr>
              <p:nvPr/>
            </p:nvSpPr>
            <p:spPr bwMode="auto">
              <a:xfrm>
                <a:off x="4843464" y="2708424"/>
                <a:ext cx="376238" cy="598488"/>
              </a:xfrm>
              <a:custGeom>
                <a:avLst/>
                <a:gdLst/>
                <a:ahLst/>
                <a:cxnLst>
                  <a:cxn ang="0">
                    <a:pos x="496" y="100"/>
                  </a:cxn>
                  <a:cxn ang="0">
                    <a:pos x="732" y="93"/>
                  </a:cxn>
                  <a:cxn ang="0">
                    <a:pos x="928" y="0"/>
                  </a:cxn>
                  <a:cxn ang="0">
                    <a:pos x="1098" y="133"/>
                  </a:cxn>
                  <a:cxn ang="0">
                    <a:pos x="1236" y="264"/>
                  </a:cxn>
                  <a:cxn ang="0">
                    <a:pos x="1142" y="655"/>
                  </a:cxn>
                  <a:cxn ang="0">
                    <a:pos x="1016" y="979"/>
                  </a:cxn>
                  <a:cxn ang="0">
                    <a:pos x="1059" y="1170"/>
                  </a:cxn>
                  <a:cxn ang="0">
                    <a:pos x="1039" y="1505"/>
                  </a:cxn>
                  <a:cxn ang="0">
                    <a:pos x="894" y="1629"/>
                  </a:cxn>
                  <a:cxn ang="0">
                    <a:pos x="909" y="1996"/>
                  </a:cxn>
                  <a:cxn ang="0">
                    <a:pos x="298" y="1726"/>
                  </a:cxn>
                  <a:cxn ang="0">
                    <a:pos x="212" y="1588"/>
                  </a:cxn>
                  <a:cxn ang="0">
                    <a:pos x="120" y="1500"/>
                  </a:cxn>
                  <a:cxn ang="0">
                    <a:pos x="35" y="1398"/>
                  </a:cxn>
                  <a:cxn ang="0">
                    <a:pos x="10" y="1140"/>
                  </a:cxn>
                  <a:cxn ang="0">
                    <a:pos x="0" y="918"/>
                  </a:cxn>
                  <a:cxn ang="0">
                    <a:pos x="102" y="832"/>
                  </a:cxn>
                  <a:cxn ang="0">
                    <a:pos x="152" y="714"/>
                  </a:cxn>
                  <a:cxn ang="0">
                    <a:pos x="283" y="572"/>
                  </a:cxn>
                  <a:cxn ang="0">
                    <a:pos x="408" y="418"/>
                  </a:cxn>
                  <a:cxn ang="0">
                    <a:pos x="496" y="250"/>
                  </a:cxn>
                  <a:cxn ang="0">
                    <a:pos x="496" y="100"/>
                  </a:cxn>
                </a:cxnLst>
                <a:rect l="0" t="0" r="r" b="b"/>
                <a:pathLst>
                  <a:path w="1236" h="1996">
                    <a:moveTo>
                      <a:pt x="496" y="100"/>
                    </a:moveTo>
                    <a:lnTo>
                      <a:pt x="732" y="93"/>
                    </a:lnTo>
                    <a:lnTo>
                      <a:pt x="928" y="0"/>
                    </a:lnTo>
                    <a:lnTo>
                      <a:pt x="1098" y="133"/>
                    </a:lnTo>
                    <a:lnTo>
                      <a:pt x="1236" y="264"/>
                    </a:lnTo>
                    <a:lnTo>
                      <a:pt x="1142" y="655"/>
                    </a:lnTo>
                    <a:lnTo>
                      <a:pt x="1016" y="979"/>
                    </a:lnTo>
                    <a:lnTo>
                      <a:pt x="1059" y="1170"/>
                    </a:lnTo>
                    <a:lnTo>
                      <a:pt x="1039" y="1505"/>
                    </a:lnTo>
                    <a:lnTo>
                      <a:pt x="894" y="1629"/>
                    </a:lnTo>
                    <a:lnTo>
                      <a:pt x="909" y="1996"/>
                    </a:lnTo>
                    <a:lnTo>
                      <a:pt x="298" y="1726"/>
                    </a:lnTo>
                    <a:lnTo>
                      <a:pt x="212" y="1588"/>
                    </a:lnTo>
                    <a:lnTo>
                      <a:pt x="120" y="1500"/>
                    </a:lnTo>
                    <a:lnTo>
                      <a:pt x="35" y="1398"/>
                    </a:lnTo>
                    <a:lnTo>
                      <a:pt x="10" y="1140"/>
                    </a:lnTo>
                    <a:lnTo>
                      <a:pt x="0" y="918"/>
                    </a:lnTo>
                    <a:lnTo>
                      <a:pt x="102" y="832"/>
                    </a:lnTo>
                    <a:lnTo>
                      <a:pt x="152" y="714"/>
                    </a:lnTo>
                    <a:lnTo>
                      <a:pt x="283" y="572"/>
                    </a:lnTo>
                    <a:lnTo>
                      <a:pt x="408" y="418"/>
                    </a:lnTo>
                    <a:lnTo>
                      <a:pt x="496" y="250"/>
                    </a:lnTo>
                    <a:lnTo>
                      <a:pt x="496" y="10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9" name="Freeform 157"/>
              <p:cNvSpPr>
                <a:spLocks/>
              </p:cNvSpPr>
              <p:nvPr/>
            </p:nvSpPr>
            <p:spPr bwMode="auto">
              <a:xfrm>
                <a:off x="4514851" y="1811486"/>
                <a:ext cx="660400" cy="590550"/>
              </a:xfrm>
              <a:custGeom>
                <a:avLst/>
                <a:gdLst/>
                <a:ahLst/>
                <a:cxnLst>
                  <a:cxn ang="0">
                    <a:pos x="465" y="0"/>
                  </a:cxn>
                  <a:cxn ang="0">
                    <a:pos x="651" y="98"/>
                  </a:cxn>
                  <a:cxn ang="0">
                    <a:pos x="1063" y="431"/>
                  </a:cxn>
                  <a:cxn ang="0">
                    <a:pos x="1300" y="598"/>
                  </a:cxn>
                  <a:cxn ang="0">
                    <a:pos x="1516" y="866"/>
                  </a:cxn>
                  <a:cxn ang="0">
                    <a:pos x="2166" y="1357"/>
                  </a:cxn>
                  <a:cxn ang="0">
                    <a:pos x="2107" y="1508"/>
                  </a:cxn>
                  <a:cxn ang="0">
                    <a:pos x="2020" y="1652"/>
                  </a:cxn>
                  <a:cxn ang="0">
                    <a:pos x="1914" y="1967"/>
                  </a:cxn>
                  <a:cxn ang="0">
                    <a:pos x="1503" y="1926"/>
                  </a:cxn>
                  <a:cxn ang="0">
                    <a:pos x="992" y="1927"/>
                  </a:cxn>
                  <a:cxn ang="0">
                    <a:pos x="739" y="1890"/>
                  </a:cxn>
                  <a:cxn ang="0">
                    <a:pos x="709" y="1736"/>
                  </a:cxn>
                  <a:cxn ang="0">
                    <a:pos x="725" y="1137"/>
                  </a:cxn>
                  <a:cxn ang="0">
                    <a:pos x="721" y="754"/>
                  </a:cxn>
                  <a:cxn ang="0">
                    <a:pos x="0" y="754"/>
                  </a:cxn>
                  <a:cxn ang="0">
                    <a:pos x="441" y="136"/>
                  </a:cxn>
                  <a:cxn ang="0">
                    <a:pos x="465" y="0"/>
                  </a:cxn>
                </a:cxnLst>
                <a:rect l="0" t="0" r="r" b="b"/>
                <a:pathLst>
                  <a:path w="2166" h="1967">
                    <a:moveTo>
                      <a:pt x="465" y="0"/>
                    </a:moveTo>
                    <a:lnTo>
                      <a:pt x="651" y="98"/>
                    </a:lnTo>
                    <a:lnTo>
                      <a:pt x="1063" y="431"/>
                    </a:lnTo>
                    <a:lnTo>
                      <a:pt x="1300" y="598"/>
                    </a:lnTo>
                    <a:lnTo>
                      <a:pt x="1516" y="866"/>
                    </a:lnTo>
                    <a:lnTo>
                      <a:pt x="2166" y="1357"/>
                    </a:lnTo>
                    <a:lnTo>
                      <a:pt x="2107" y="1508"/>
                    </a:lnTo>
                    <a:lnTo>
                      <a:pt x="2020" y="1652"/>
                    </a:lnTo>
                    <a:lnTo>
                      <a:pt x="1914" y="1967"/>
                    </a:lnTo>
                    <a:lnTo>
                      <a:pt x="1503" y="1926"/>
                    </a:lnTo>
                    <a:lnTo>
                      <a:pt x="992" y="1927"/>
                    </a:lnTo>
                    <a:lnTo>
                      <a:pt x="739" y="1890"/>
                    </a:lnTo>
                    <a:lnTo>
                      <a:pt x="709" y="1736"/>
                    </a:lnTo>
                    <a:lnTo>
                      <a:pt x="725" y="1137"/>
                    </a:lnTo>
                    <a:lnTo>
                      <a:pt x="721" y="754"/>
                    </a:lnTo>
                    <a:lnTo>
                      <a:pt x="0" y="754"/>
                    </a:lnTo>
                    <a:lnTo>
                      <a:pt x="441" y="136"/>
                    </a:lnTo>
                    <a:lnTo>
                      <a:pt x="46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0" name="Freeform 158"/>
              <p:cNvSpPr>
                <a:spLocks/>
              </p:cNvSpPr>
              <p:nvPr/>
            </p:nvSpPr>
            <p:spPr bwMode="auto">
              <a:xfrm>
                <a:off x="4651376" y="1579711"/>
                <a:ext cx="646113" cy="639763"/>
              </a:xfrm>
              <a:custGeom>
                <a:avLst/>
                <a:gdLst/>
                <a:ahLst/>
                <a:cxnLst>
                  <a:cxn ang="0">
                    <a:pos x="58" y="0"/>
                  </a:cxn>
                  <a:cxn ang="0">
                    <a:pos x="171" y="227"/>
                  </a:cxn>
                  <a:cxn ang="0">
                    <a:pos x="818" y="808"/>
                  </a:cxn>
                  <a:cxn ang="0">
                    <a:pos x="1078" y="908"/>
                  </a:cxn>
                  <a:cxn ang="0">
                    <a:pos x="1313" y="936"/>
                  </a:cxn>
                  <a:cxn ang="0">
                    <a:pos x="1530" y="1162"/>
                  </a:cxn>
                  <a:cxn ang="0">
                    <a:pos x="1919" y="1392"/>
                  </a:cxn>
                  <a:cxn ang="0">
                    <a:pos x="2155" y="1537"/>
                  </a:cxn>
                  <a:cxn ang="0">
                    <a:pos x="2482" y="1627"/>
                  </a:cxn>
                  <a:cxn ang="0">
                    <a:pos x="2515" y="1777"/>
                  </a:cxn>
                  <a:cxn ang="0">
                    <a:pos x="2647" y="1927"/>
                  </a:cxn>
                  <a:cxn ang="0">
                    <a:pos x="2480" y="2091"/>
                  </a:cxn>
                  <a:cxn ang="0">
                    <a:pos x="2249" y="2425"/>
                  </a:cxn>
                  <a:cxn ang="0">
                    <a:pos x="2145" y="2664"/>
                  </a:cxn>
                  <a:cxn ang="0">
                    <a:pos x="1329" y="2046"/>
                  </a:cxn>
                  <a:cxn ang="0">
                    <a:pos x="1066" y="1717"/>
                  </a:cxn>
                  <a:cxn ang="0">
                    <a:pos x="758" y="1497"/>
                  </a:cxn>
                  <a:cxn ang="0">
                    <a:pos x="253" y="1088"/>
                  </a:cxn>
                  <a:cxn ang="0">
                    <a:pos x="21" y="968"/>
                  </a:cxn>
                  <a:cxn ang="0">
                    <a:pos x="0" y="297"/>
                  </a:cxn>
                  <a:cxn ang="0">
                    <a:pos x="58" y="0"/>
                  </a:cxn>
                </a:cxnLst>
                <a:rect l="0" t="0" r="r" b="b"/>
                <a:pathLst>
                  <a:path w="2647" h="2664">
                    <a:moveTo>
                      <a:pt x="58" y="0"/>
                    </a:moveTo>
                    <a:lnTo>
                      <a:pt x="171" y="227"/>
                    </a:lnTo>
                    <a:lnTo>
                      <a:pt x="818" y="808"/>
                    </a:lnTo>
                    <a:lnTo>
                      <a:pt x="1078" y="908"/>
                    </a:lnTo>
                    <a:lnTo>
                      <a:pt x="1313" y="936"/>
                    </a:lnTo>
                    <a:lnTo>
                      <a:pt x="1530" y="1162"/>
                    </a:lnTo>
                    <a:lnTo>
                      <a:pt x="1919" y="1392"/>
                    </a:lnTo>
                    <a:lnTo>
                      <a:pt x="2155" y="1537"/>
                    </a:lnTo>
                    <a:lnTo>
                      <a:pt x="2482" y="1627"/>
                    </a:lnTo>
                    <a:lnTo>
                      <a:pt x="2515" y="1777"/>
                    </a:lnTo>
                    <a:lnTo>
                      <a:pt x="2647" y="1927"/>
                    </a:lnTo>
                    <a:lnTo>
                      <a:pt x="2480" y="2091"/>
                    </a:lnTo>
                    <a:lnTo>
                      <a:pt x="2249" y="2425"/>
                    </a:lnTo>
                    <a:lnTo>
                      <a:pt x="2145" y="2664"/>
                    </a:lnTo>
                    <a:lnTo>
                      <a:pt x="1329" y="2046"/>
                    </a:lnTo>
                    <a:lnTo>
                      <a:pt x="1066" y="1717"/>
                    </a:lnTo>
                    <a:lnTo>
                      <a:pt x="758" y="1497"/>
                    </a:lnTo>
                    <a:lnTo>
                      <a:pt x="253" y="1088"/>
                    </a:lnTo>
                    <a:lnTo>
                      <a:pt x="21" y="968"/>
                    </a:lnTo>
                    <a:lnTo>
                      <a:pt x="0" y="297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1" name="Freeform 159"/>
              <p:cNvSpPr>
                <a:spLocks/>
              </p:cNvSpPr>
              <p:nvPr/>
            </p:nvSpPr>
            <p:spPr bwMode="auto">
              <a:xfrm>
                <a:off x="4994276" y="2298849"/>
                <a:ext cx="534988" cy="488950"/>
              </a:xfrm>
              <a:custGeom>
                <a:avLst/>
                <a:gdLst/>
                <a:ahLst/>
                <a:cxnLst>
                  <a:cxn ang="0">
                    <a:pos x="2200" y="643"/>
                  </a:cxn>
                  <a:cxn ang="0">
                    <a:pos x="2131" y="434"/>
                  </a:cxn>
                  <a:cxn ang="0">
                    <a:pos x="2175" y="160"/>
                  </a:cxn>
                  <a:cxn ang="0">
                    <a:pos x="1905" y="105"/>
                  </a:cxn>
                  <a:cxn ang="0">
                    <a:pos x="1776" y="225"/>
                  </a:cxn>
                  <a:cxn ang="0">
                    <a:pos x="1569" y="160"/>
                  </a:cxn>
                  <a:cxn ang="0">
                    <a:pos x="1254" y="135"/>
                  </a:cxn>
                  <a:cxn ang="0">
                    <a:pos x="1061" y="30"/>
                  </a:cxn>
                  <a:cxn ang="0">
                    <a:pos x="825" y="0"/>
                  </a:cxn>
                  <a:cxn ang="0">
                    <a:pos x="559" y="40"/>
                  </a:cxn>
                  <a:cxn ang="0">
                    <a:pos x="432" y="429"/>
                  </a:cxn>
                  <a:cxn ang="0">
                    <a:pos x="458" y="520"/>
                  </a:cxn>
                  <a:cxn ang="0">
                    <a:pos x="365" y="573"/>
                  </a:cxn>
                  <a:cxn ang="0">
                    <a:pos x="357" y="719"/>
                  </a:cxn>
                  <a:cxn ang="0">
                    <a:pos x="418" y="820"/>
                  </a:cxn>
                  <a:cxn ang="0">
                    <a:pos x="238" y="1108"/>
                  </a:cxn>
                  <a:cxn ang="0">
                    <a:pos x="13" y="1446"/>
                  </a:cxn>
                  <a:cxn ang="0">
                    <a:pos x="43" y="1683"/>
                  </a:cxn>
                  <a:cxn ang="0">
                    <a:pos x="0" y="1828"/>
                  </a:cxn>
                  <a:cxn ang="0">
                    <a:pos x="288" y="1825"/>
                  </a:cxn>
                  <a:cxn ang="0">
                    <a:pos x="546" y="1705"/>
                  </a:cxn>
                  <a:cxn ang="0">
                    <a:pos x="756" y="1870"/>
                  </a:cxn>
                  <a:cxn ang="0">
                    <a:pos x="929" y="2035"/>
                  </a:cxn>
                  <a:cxn ang="0">
                    <a:pos x="1249" y="1638"/>
                  </a:cxn>
                  <a:cxn ang="0">
                    <a:pos x="2200" y="643"/>
                  </a:cxn>
                </a:cxnLst>
                <a:rect l="0" t="0" r="r" b="b"/>
                <a:pathLst>
                  <a:path w="2200" h="2035">
                    <a:moveTo>
                      <a:pt x="2200" y="643"/>
                    </a:moveTo>
                    <a:lnTo>
                      <a:pt x="2131" y="434"/>
                    </a:lnTo>
                    <a:lnTo>
                      <a:pt x="2175" y="160"/>
                    </a:lnTo>
                    <a:lnTo>
                      <a:pt x="1905" y="105"/>
                    </a:lnTo>
                    <a:lnTo>
                      <a:pt x="1776" y="225"/>
                    </a:lnTo>
                    <a:lnTo>
                      <a:pt x="1569" y="160"/>
                    </a:lnTo>
                    <a:lnTo>
                      <a:pt x="1254" y="135"/>
                    </a:lnTo>
                    <a:lnTo>
                      <a:pt x="1061" y="30"/>
                    </a:lnTo>
                    <a:lnTo>
                      <a:pt x="825" y="0"/>
                    </a:lnTo>
                    <a:lnTo>
                      <a:pt x="559" y="40"/>
                    </a:lnTo>
                    <a:lnTo>
                      <a:pt x="432" y="429"/>
                    </a:lnTo>
                    <a:lnTo>
                      <a:pt x="458" y="520"/>
                    </a:lnTo>
                    <a:lnTo>
                      <a:pt x="365" y="573"/>
                    </a:lnTo>
                    <a:lnTo>
                      <a:pt x="357" y="719"/>
                    </a:lnTo>
                    <a:lnTo>
                      <a:pt x="418" y="820"/>
                    </a:lnTo>
                    <a:lnTo>
                      <a:pt x="238" y="1108"/>
                    </a:lnTo>
                    <a:lnTo>
                      <a:pt x="13" y="1446"/>
                    </a:lnTo>
                    <a:lnTo>
                      <a:pt x="43" y="1683"/>
                    </a:lnTo>
                    <a:lnTo>
                      <a:pt x="0" y="1828"/>
                    </a:lnTo>
                    <a:lnTo>
                      <a:pt x="288" y="1825"/>
                    </a:lnTo>
                    <a:lnTo>
                      <a:pt x="546" y="1705"/>
                    </a:lnTo>
                    <a:lnTo>
                      <a:pt x="756" y="1870"/>
                    </a:lnTo>
                    <a:lnTo>
                      <a:pt x="929" y="2035"/>
                    </a:lnTo>
                    <a:lnTo>
                      <a:pt x="1249" y="1638"/>
                    </a:lnTo>
                    <a:lnTo>
                      <a:pt x="2200" y="643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2" name="Freeform 160"/>
              <p:cNvSpPr>
                <a:spLocks/>
              </p:cNvSpPr>
              <p:nvPr/>
            </p:nvSpPr>
            <p:spPr bwMode="auto">
              <a:xfrm>
                <a:off x="5511801" y="2067074"/>
                <a:ext cx="298450" cy="385763"/>
              </a:xfrm>
              <a:custGeom>
                <a:avLst/>
                <a:gdLst/>
                <a:ahLst/>
                <a:cxnLst>
                  <a:cxn ang="0">
                    <a:pos x="723" y="0"/>
                  </a:cxn>
                  <a:cxn ang="0">
                    <a:pos x="678" y="284"/>
                  </a:cxn>
                  <a:cxn ang="0">
                    <a:pos x="570" y="584"/>
                  </a:cxn>
                  <a:cxn ang="0">
                    <a:pos x="191" y="898"/>
                  </a:cxn>
                  <a:cxn ang="0">
                    <a:pos x="42" y="1123"/>
                  </a:cxn>
                  <a:cxn ang="0">
                    <a:pos x="0" y="1401"/>
                  </a:cxn>
                  <a:cxn ang="0">
                    <a:pos x="68" y="1607"/>
                  </a:cxn>
                  <a:cxn ang="0">
                    <a:pos x="280" y="1422"/>
                  </a:cxn>
                  <a:cxn ang="0">
                    <a:pos x="659" y="1203"/>
                  </a:cxn>
                  <a:cxn ang="0">
                    <a:pos x="1087" y="1003"/>
                  </a:cxn>
                  <a:cxn ang="0">
                    <a:pos x="1195" y="719"/>
                  </a:cxn>
                  <a:cxn ang="0">
                    <a:pos x="1225" y="499"/>
                  </a:cxn>
                  <a:cxn ang="0">
                    <a:pos x="1117" y="95"/>
                  </a:cxn>
                  <a:cxn ang="0">
                    <a:pos x="856" y="80"/>
                  </a:cxn>
                  <a:cxn ang="0">
                    <a:pos x="723" y="0"/>
                  </a:cxn>
                </a:cxnLst>
                <a:rect l="0" t="0" r="r" b="b"/>
                <a:pathLst>
                  <a:path w="1225" h="1607">
                    <a:moveTo>
                      <a:pt x="723" y="0"/>
                    </a:moveTo>
                    <a:lnTo>
                      <a:pt x="678" y="284"/>
                    </a:lnTo>
                    <a:lnTo>
                      <a:pt x="570" y="584"/>
                    </a:lnTo>
                    <a:lnTo>
                      <a:pt x="191" y="898"/>
                    </a:lnTo>
                    <a:lnTo>
                      <a:pt x="42" y="1123"/>
                    </a:lnTo>
                    <a:lnTo>
                      <a:pt x="0" y="1401"/>
                    </a:lnTo>
                    <a:lnTo>
                      <a:pt x="68" y="1607"/>
                    </a:lnTo>
                    <a:lnTo>
                      <a:pt x="280" y="1422"/>
                    </a:lnTo>
                    <a:lnTo>
                      <a:pt x="659" y="1203"/>
                    </a:lnTo>
                    <a:lnTo>
                      <a:pt x="1087" y="1003"/>
                    </a:lnTo>
                    <a:lnTo>
                      <a:pt x="1195" y="719"/>
                    </a:lnTo>
                    <a:lnTo>
                      <a:pt x="1225" y="499"/>
                    </a:lnTo>
                    <a:lnTo>
                      <a:pt x="1117" y="95"/>
                    </a:lnTo>
                    <a:lnTo>
                      <a:pt x="856" y="80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3" name="Freeform 161"/>
              <p:cNvSpPr>
                <a:spLocks/>
              </p:cNvSpPr>
              <p:nvPr/>
            </p:nvSpPr>
            <p:spPr bwMode="auto">
              <a:xfrm>
                <a:off x="4035426" y="6085036"/>
                <a:ext cx="333375" cy="3683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77"/>
                  </a:cxn>
                  <a:cxn ang="0">
                    <a:pos x="14" y="198"/>
                  </a:cxn>
                  <a:cxn ang="0">
                    <a:pos x="12" y="293"/>
                  </a:cxn>
                  <a:cxn ang="0">
                    <a:pos x="104" y="285"/>
                  </a:cxn>
                  <a:cxn ang="0">
                    <a:pos x="150" y="288"/>
                  </a:cxn>
                  <a:cxn ang="0">
                    <a:pos x="177" y="308"/>
                  </a:cxn>
                  <a:cxn ang="0">
                    <a:pos x="227" y="281"/>
                  </a:cxn>
                  <a:cxn ang="0">
                    <a:pos x="248" y="290"/>
                  </a:cxn>
                  <a:cxn ang="0">
                    <a:pos x="278" y="270"/>
                  </a:cxn>
                  <a:cxn ang="0">
                    <a:pos x="276" y="234"/>
                  </a:cxn>
                  <a:cxn ang="0">
                    <a:pos x="233" y="234"/>
                  </a:cxn>
                  <a:cxn ang="0">
                    <a:pos x="194" y="227"/>
                  </a:cxn>
                  <a:cxn ang="0">
                    <a:pos x="79" y="150"/>
                  </a:cxn>
                  <a:cxn ang="0">
                    <a:pos x="24" y="59"/>
                  </a:cxn>
                  <a:cxn ang="0">
                    <a:pos x="33" y="39"/>
                  </a:cxn>
                  <a:cxn ang="0">
                    <a:pos x="29" y="23"/>
                  </a:cxn>
                  <a:cxn ang="0">
                    <a:pos x="0" y="0"/>
                  </a:cxn>
                </a:cxnLst>
                <a:rect l="0" t="0" r="r" b="b"/>
                <a:pathLst>
                  <a:path w="278" h="308">
                    <a:moveTo>
                      <a:pt x="0" y="0"/>
                    </a:moveTo>
                    <a:lnTo>
                      <a:pt x="6" y="77"/>
                    </a:lnTo>
                    <a:lnTo>
                      <a:pt x="14" y="198"/>
                    </a:lnTo>
                    <a:lnTo>
                      <a:pt x="12" y="293"/>
                    </a:lnTo>
                    <a:lnTo>
                      <a:pt x="104" y="285"/>
                    </a:lnTo>
                    <a:lnTo>
                      <a:pt x="150" y="288"/>
                    </a:lnTo>
                    <a:lnTo>
                      <a:pt x="177" y="308"/>
                    </a:lnTo>
                    <a:lnTo>
                      <a:pt x="227" y="281"/>
                    </a:lnTo>
                    <a:lnTo>
                      <a:pt x="248" y="290"/>
                    </a:lnTo>
                    <a:lnTo>
                      <a:pt x="278" y="270"/>
                    </a:lnTo>
                    <a:lnTo>
                      <a:pt x="276" y="234"/>
                    </a:lnTo>
                    <a:lnTo>
                      <a:pt x="233" y="234"/>
                    </a:lnTo>
                    <a:lnTo>
                      <a:pt x="194" y="227"/>
                    </a:lnTo>
                    <a:lnTo>
                      <a:pt x="79" y="150"/>
                    </a:lnTo>
                    <a:lnTo>
                      <a:pt x="24" y="59"/>
                    </a:lnTo>
                    <a:lnTo>
                      <a:pt x="33" y="39"/>
                    </a:lnTo>
                    <a:lnTo>
                      <a:pt x="29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8" name="Freeform 146"/>
              <p:cNvSpPr>
                <a:spLocks/>
              </p:cNvSpPr>
              <p:nvPr/>
            </p:nvSpPr>
            <p:spPr bwMode="auto">
              <a:xfrm>
                <a:off x="4510089" y="3184674"/>
                <a:ext cx="796925" cy="1150938"/>
              </a:xfrm>
              <a:custGeom>
                <a:avLst/>
                <a:gdLst/>
                <a:ahLst/>
                <a:cxnLst>
                  <a:cxn ang="0">
                    <a:pos x="4" y="1003"/>
                  </a:cxn>
                  <a:cxn ang="0">
                    <a:pos x="4" y="634"/>
                  </a:cxn>
                  <a:cxn ang="0">
                    <a:pos x="275" y="619"/>
                  </a:cxn>
                  <a:cxn ang="0">
                    <a:pos x="850" y="604"/>
                  </a:cxn>
                  <a:cxn ang="0">
                    <a:pos x="1223" y="136"/>
                  </a:cxn>
                  <a:cxn ang="0">
                    <a:pos x="1438" y="179"/>
                  </a:cxn>
                  <a:cxn ang="0">
                    <a:pos x="1520" y="16"/>
                  </a:cxn>
                  <a:cxn ang="0">
                    <a:pos x="1634" y="0"/>
                  </a:cxn>
                  <a:cxn ang="0">
                    <a:pos x="1737" y="170"/>
                  </a:cxn>
                  <a:cxn ang="0">
                    <a:pos x="2505" y="509"/>
                  </a:cxn>
                  <a:cxn ang="0">
                    <a:pos x="2514" y="619"/>
                  </a:cxn>
                  <a:cxn ang="0">
                    <a:pos x="2574" y="808"/>
                  </a:cxn>
                  <a:cxn ang="0">
                    <a:pos x="2663" y="918"/>
                  </a:cxn>
                  <a:cxn ang="0">
                    <a:pos x="2800" y="993"/>
                  </a:cxn>
                  <a:cxn ang="0">
                    <a:pos x="2889" y="1138"/>
                  </a:cxn>
                  <a:cxn ang="0">
                    <a:pos x="3080" y="1362"/>
                  </a:cxn>
                  <a:cxn ang="0">
                    <a:pos x="2963" y="1517"/>
                  </a:cxn>
                  <a:cxn ang="0">
                    <a:pos x="2933" y="1726"/>
                  </a:cxn>
                  <a:cxn ang="0">
                    <a:pos x="3120" y="1951"/>
                  </a:cxn>
                  <a:cxn ang="0">
                    <a:pos x="3228" y="1921"/>
                  </a:cxn>
                  <a:cxn ang="0">
                    <a:pos x="3268" y="2280"/>
                  </a:cxn>
                  <a:cxn ang="0">
                    <a:pos x="3052" y="2625"/>
                  </a:cxn>
                  <a:cxn ang="0">
                    <a:pos x="2825" y="2804"/>
                  </a:cxn>
                  <a:cxn ang="0">
                    <a:pos x="2677" y="3127"/>
                  </a:cxn>
                  <a:cxn ang="0">
                    <a:pos x="1810" y="3458"/>
                  </a:cxn>
                  <a:cxn ang="0">
                    <a:pos x="1407" y="3493"/>
                  </a:cxn>
                  <a:cxn ang="0">
                    <a:pos x="850" y="3533"/>
                  </a:cxn>
                  <a:cxn ang="0">
                    <a:pos x="600" y="3831"/>
                  </a:cxn>
                  <a:cxn ang="0">
                    <a:pos x="497" y="4016"/>
                  </a:cxn>
                  <a:cxn ang="0">
                    <a:pos x="467" y="4310"/>
                  </a:cxn>
                  <a:cxn ang="0">
                    <a:pos x="550" y="4569"/>
                  </a:cxn>
                  <a:cxn ang="0">
                    <a:pos x="359" y="4704"/>
                  </a:cxn>
                  <a:cxn ang="0">
                    <a:pos x="55" y="4788"/>
                  </a:cxn>
                  <a:cxn ang="0">
                    <a:pos x="39" y="4016"/>
                  </a:cxn>
                  <a:cxn ang="0">
                    <a:pos x="0" y="3771"/>
                  </a:cxn>
                  <a:cxn ang="0">
                    <a:pos x="35" y="3638"/>
                  </a:cxn>
                  <a:cxn ang="0">
                    <a:pos x="4" y="1003"/>
                  </a:cxn>
                </a:cxnLst>
                <a:rect l="0" t="0" r="r" b="b"/>
                <a:pathLst>
                  <a:path w="3268" h="4788">
                    <a:moveTo>
                      <a:pt x="4" y="1003"/>
                    </a:moveTo>
                    <a:lnTo>
                      <a:pt x="4" y="634"/>
                    </a:lnTo>
                    <a:lnTo>
                      <a:pt x="275" y="619"/>
                    </a:lnTo>
                    <a:lnTo>
                      <a:pt x="850" y="604"/>
                    </a:lnTo>
                    <a:lnTo>
                      <a:pt x="1223" y="136"/>
                    </a:lnTo>
                    <a:lnTo>
                      <a:pt x="1438" y="179"/>
                    </a:lnTo>
                    <a:lnTo>
                      <a:pt x="1520" y="16"/>
                    </a:lnTo>
                    <a:lnTo>
                      <a:pt x="1634" y="0"/>
                    </a:lnTo>
                    <a:lnTo>
                      <a:pt x="1737" y="170"/>
                    </a:lnTo>
                    <a:lnTo>
                      <a:pt x="2505" y="509"/>
                    </a:lnTo>
                    <a:lnTo>
                      <a:pt x="2514" y="619"/>
                    </a:lnTo>
                    <a:lnTo>
                      <a:pt x="2574" y="808"/>
                    </a:lnTo>
                    <a:lnTo>
                      <a:pt x="2663" y="918"/>
                    </a:lnTo>
                    <a:lnTo>
                      <a:pt x="2800" y="993"/>
                    </a:lnTo>
                    <a:lnTo>
                      <a:pt x="2889" y="1138"/>
                    </a:lnTo>
                    <a:lnTo>
                      <a:pt x="3080" y="1362"/>
                    </a:lnTo>
                    <a:lnTo>
                      <a:pt x="2963" y="1517"/>
                    </a:lnTo>
                    <a:lnTo>
                      <a:pt x="2933" y="1726"/>
                    </a:lnTo>
                    <a:lnTo>
                      <a:pt x="3120" y="1951"/>
                    </a:lnTo>
                    <a:lnTo>
                      <a:pt x="3228" y="1921"/>
                    </a:lnTo>
                    <a:lnTo>
                      <a:pt x="3268" y="2280"/>
                    </a:lnTo>
                    <a:lnTo>
                      <a:pt x="3052" y="2625"/>
                    </a:lnTo>
                    <a:lnTo>
                      <a:pt x="2825" y="2804"/>
                    </a:lnTo>
                    <a:lnTo>
                      <a:pt x="2677" y="3127"/>
                    </a:lnTo>
                    <a:lnTo>
                      <a:pt x="1810" y="3458"/>
                    </a:lnTo>
                    <a:lnTo>
                      <a:pt x="1407" y="3493"/>
                    </a:lnTo>
                    <a:lnTo>
                      <a:pt x="850" y="3533"/>
                    </a:lnTo>
                    <a:lnTo>
                      <a:pt x="600" y="3831"/>
                    </a:lnTo>
                    <a:lnTo>
                      <a:pt x="497" y="4016"/>
                    </a:lnTo>
                    <a:lnTo>
                      <a:pt x="467" y="4310"/>
                    </a:lnTo>
                    <a:lnTo>
                      <a:pt x="550" y="4569"/>
                    </a:lnTo>
                    <a:lnTo>
                      <a:pt x="359" y="4704"/>
                    </a:lnTo>
                    <a:lnTo>
                      <a:pt x="55" y="4788"/>
                    </a:lnTo>
                    <a:lnTo>
                      <a:pt x="39" y="4016"/>
                    </a:lnTo>
                    <a:lnTo>
                      <a:pt x="0" y="3771"/>
                    </a:lnTo>
                    <a:lnTo>
                      <a:pt x="35" y="3638"/>
                    </a:lnTo>
                    <a:lnTo>
                      <a:pt x="4" y="1003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A281908-B948-ED99-BC42-7A99643BEA2D}"/>
                </a:ext>
              </a:extLst>
            </p:cNvPr>
            <p:cNvSpPr/>
            <p:nvPr/>
          </p:nvSpPr>
          <p:spPr bwMode="gray">
            <a:xfrm>
              <a:off x="4802188" y="5876925"/>
              <a:ext cx="141287" cy="130175"/>
            </a:xfrm>
            <a:custGeom>
              <a:avLst/>
              <a:gdLst>
                <a:gd name="connsiteX0" fmla="*/ 141287 w 141287"/>
                <a:gd name="connsiteY0" fmla="*/ 3175 h 130175"/>
                <a:gd name="connsiteX1" fmla="*/ 82550 w 141287"/>
                <a:gd name="connsiteY1" fmla="*/ 0 h 130175"/>
                <a:gd name="connsiteX2" fmla="*/ 69850 w 141287"/>
                <a:gd name="connsiteY2" fmla="*/ 19050 h 130175"/>
                <a:gd name="connsiteX3" fmla="*/ 44450 w 141287"/>
                <a:gd name="connsiteY3" fmla="*/ 19050 h 130175"/>
                <a:gd name="connsiteX4" fmla="*/ 66675 w 141287"/>
                <a:gd name="connsiteY4" fmla="*/ 44450 h 130175"/>
                <a:gd name="connsiteX5" fmla="*/ 57150 w 141287"/>
                <a:gd name="connsiteY5" fmla="*/ 53975 h 130175"/>
                <a:gd name="connsiteX6" fmla="*/ 30162 w 141287"/>
                <a:gd name="connsiteY6" fmla="*/ 50800 h 130175"/>
                <a:gd name="connsiteX7" fmla="*/ 38100 w 141287"/>
                <a:gd name="connsiteY7" fmla="*/ 77788 h 130175"/>
                <a:gd name="connsiteX8" fmla="*/ 26987 w 141287"/>
                <a:gd name="connsiteY8" fmla="*/ 98425 h 130175"/>
                <a:gd name="connsiteX9" fmla="*/ 0 w 141287"/>
                <a:gd name="connsiteY9" fmla="*/ 106363 h 130175"/>
                <a:gd name="connsiteX10" fmla="*/ 25400 w 141287"/>
                <a:gd name="connsiteY10" fmla="*/ 130175 h 130175"/>
                <a:gd name="connsiteX11" fmla="*/ 50800 w 141287"/>
                <a:gd name="connsiteY11" fmla="*/ 106363 h 130175"/>
                <a:gd name="connsiteX12" fmla="*/ 74612 w 141287"/>
                <a:gd name="connsiteY12" fmla="*/ 80963 h 130175"/>
                <a:gd name="connsiteX13" fmla="*/ 104775 w 141287"/>
                <a:gd name="connsiteY13" fmla="*/ 57150 h 130175"/>
                <a:gd name="connsiteX14" fmla="*/ 117475 w 141287"/>
                <a:gd name="connsiteY14" fmla="*/ 47625 h 130175"/>
                <a:gd name="connsiteX15" fmla="*/ 141287 w 141287"/>
                <a:gd name="connsiteY15" fmla="*/ 3175 h 13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287" h="130175">
                  <a:moveTo>
                    <a:pt x="141287" y="3175"/>
                  </a:moveTo>
                  <a:lnTo>
                    <a:pt x="82550" y="0"/>
                  </a:lnTo>
                  <a:lnTo>
                    <a:pt x="69850" y="19050"/>
                  </a:lnTo>
                  <a:lnTo>
                    <a:pt x="44450" y="19050"/>
                  </a:lnTo>
                  <a:lnTo>
                    <a:pt x="66675" y="44450"/>
                  </a:lnTo>
                  <a:lnTo>
                    <a:pt x="57150" y="53975"/>
                  </a:lnTo>
                  <a:lnTo>
                    <a:pt x="30162" y="50800"/>
                  </a:lnTo>
                  <a:lnTo>
                    <a:pt x="38100" y="77788"/>
                  </a:lnTo>
                  <a:lnTo>
                    <a:pt x="26987" y="98425"/>
                  </a:lnTo>
                  <a:lnTo>
                    <a:pt x="0" y="106363"/>
                  </a:lnTo>
                  <a:lnTo>
                    <a:pt x="25400" y="130175"/>
                  </a:lnTo>
                  <a:lnTo>
                    <a:pt x="50800" y="106363"/>
                  </a:lnTo>
                  <a:lnTo>
                    <a:pt x="74612" y="80963"/>
                  </a:lnTo>
                  <a:lnTo>
                    <a:pt x="104775" y="57150"/>
                  </a:lnTo>
                  <a:lnTo>
                    <a:pt x="117475" y="47625"/>
                  </a:lnTo>
                  <a:lnTo>
                    <a:pt x="141287" y="3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4D989CD-FE54-1A83-2ED7-FD2DAA35F96F}"/>
                </a:ext>
              </a:extLst>
            </p:cNvPr>
            <p:cNvSpPr/>
            <p:nvPr/>
          </p:nvSpPr>
          <p:spPr bwMode="gray">
            <a:xfrm>
              <a:off x="4914900" y="5868988"/>
              <a:ext cx="188913" cy="158750"/>
            </a:xfrm>
            <a:custGeom>
              <a:avLst/>
              <a:gdLst>
                <a:gd name="connsiteX0" fmla="*/ 76200 w 188913"/>
                <a:gd name="connsiteY0" fmla="*/ 0 h 158750"/>
                <a:gd name="connsiteX1" fmla="*/ 134938 w 188913"/>
                <a:gd name="connsiteY1" fmla="*/ 11112 h 158750"/>
                <a:gd name="connsiteX2" fmla="*/ 109538 w 188913"/>
                <a:gd name="connsiteY2" fmla="*/ 38100 h 158750"/>
                <a:gd name="connsiteX3" fmla="*/ 149225 w 188913"/>
                <a:gd name="connsiteY3" fmla="*/ 53975 h 158750"/>
                <a:gd name="connsiteX4" fmla="*/ 147638 w 188913"/>
                <a:gd name="connsiteY4" fmla="*/ 20637 h 158750"/>
                <a:gd name="connsiteX5" fmla="*/ 166688 w 188913"/>
                <a:gd name="connsiteY5" fmla="*/ 17462 h 158750"/>
                <a:gd name="connsiteX6" fmla="*/ 188913 w 188913"/>
                <a:gd name="connsiteY6" fmla="*/ 55562 h 158750"/>
                <a:gd name="connsiteX7" fmla="*/ 147638 w 188913"/>
                <a:gd name="connsiteY7" fmla="*/ 69850 h 158750"/>
                <a:gd name="connsiteX8" fmla="*/ 127000 w 188913"/>
                <a:gd name="connsiteY8" fmla="*/ 93662 h 158750"/>
                <a:gd name="connsiteX9" fmla="*/ 71438 w 188913"/>
                <a:gd name="connsiteY9" fmla="*/ 73025 h 158750"/>
                <a:gd name="connsiteX10" fmla="*/ 98425 w 188913"/>
                <a:gd name="connsiteY10" fmla="*/ 111125 h 158750"/>
                <a:gd name="connsiteX11" fmla="*/ 58738 w 188913"/>
                <a:gd name="connsiteY11" fmla="*/ 98425 h 158750"/>
                <a:gd name="connsiteX12" fmla="*/ 49213 w 188913"/>
                <a:gd name="connsiteY12" fmla="*/ 111125 h 158750"/>
                <a:gd name="connsiteX13" fmla="*/ 52388 w 188913"/>
                <a:gd name="connsiteY13" fmla="*/ 134937 h 158750"/>
                <a:gd name="connsiteX14" fmla="*/ 33338 w 188913"/>
                <a:gd name="connsiteY14" fmla="*/ 125412 h 158750"/>
                <a:gd name="connsiteX15" fmla="*/ 34925 w 188913"/>
                <a:gd name="connsiteY15" fmla="*/ 158750 h 158750"/>
                <a:gd name="connsiteX16" fmla="*/ 0 w 188913"/>
                <a:gd name="connsiteY16" fmla="*/ 131762 h 158750"/>
                <a:gd name="connsiteX17" fmla="*/ 22225 w 188913"/>
                <a:gd name="connsiteY17" fmla="*/ 82550 h 158750"/>
                <a:gd name="connsiteX18" fmla="*/ 36513 w 188913"/>
                <a:gd name="connsiteY18" fmla="*/ 68262 h 158750"/>
                <a:gd name="connsiteX19" fmla="*/ 50800 w 188913"/>
                <a:gd name="connsiteY19" fmla="*/ 55562 h 158750"/>
                <a:gd name="connsiteX20" fmla="*/ 76200 w 188913"/>
                <a:gd name="connsiteY20" fmla="*/ 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8913" h="158750">
                  <a:moveTo>
                    <a:pt x="76200" y="0"/>
                  </a:moveTo>
                  <a:lnTo>
                    <a:pt x="134938" y="11112"/>
                  </a:lnTo>
                  <a:lnTo>
                    <a:pt x="109538" y="38100"/>
                  </a:lnTo>
                  <a:lnTo>
                    <a:pt x="149225" y="53975"/>
                  </a:lnTo>
                  <a:lnTo>
                    <a:pt x="147638" y="20637"/>
                  </a:lnTo>
                  <a:lnTo>
                    <a:pt x="166688" y="17462"/>
                  </a:lnTo>
                  <a:lnTo>
                    <a:pt x="188913" y="55562"/>
                  </a:lnTo>
                  <a:lnTo>
                    <a:pt x="147638" y="69850"/>
                  </a:lnTo>
                  <a:lnTo>
                    <a:pt x="127000" y="93662"/>
                  </a:lnTo>
                  <a:lnTo>
                    <a:pt x="71438" y="73025"/>
                  </a:lnTo>
                  <a:lnTo>
                    <a:pt x="98425" y="111125"/>
                  </a:lnTo>
                  <a:lnTo>
                    <a:pt x="58738" y="98425"/>
                  </a:lnTo>
                  <a:lnTo>
                    <a:pt x="49213" y="111125"/>
                  </a:lnTo>
                  <a:lnTo>
                    <a:pt x="52388" y="134937"/>
                  </a:lnTo>
                  <a:lnTo>
                    <a:pt x="33338" y="125412"/>
                  </a:lnTo>
                  <a:lnTo>
                    <a:pt x="34925" y="158750"/>
                  </a:lnTo>
                  <a:lnTo>
                    <a:pt x="0" y="131762"/>
                  </a:lnTo>
                  <a:lnTo>
                    <a:pt x="22225" y="82550"/>
                  </a:lnTo>
                  <a:lnTo>
                    <a:pt x="36513" y="68262"/>
                  </a:lnTo>
                  <a:lnTo>
                    <a:pt x="50800" y="5556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70AC1EB-9EB1-3C8B-3453-5ECD4476A737}"/>
                </a:ext>
              </a:extLst>
            </p:cNvPr>
            <p:cNvSpPr/>
            <p:nvPr/>
          </p:nvSpPr>
          <p:spPr bwMode="gray">
            <a:xfrm>
              <a:off x="5076775" y="3387817"/>
              <a:ext cx="74776" cy="74776"/>
            </a:xfrm>
            <a:prstGeom prst="ellipse">
              <a:avLst/>
            </a:prstGeom>
            <a:solidFill>
              <a:srgbClr val="BFBFBF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 kern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576741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 Brand Theme">
  <a:themeElements>
    <a:clrScheme name="Custom 1">
      <a:dk1>
        <a:sysClr val="windowText" lastClr="000000"/>
      </a:dk1>
      <a:lt1>
        <a:sysClr val="window" lastClr="FFFFFF"/>
      </a:lt1>
      <a:dk2>
        <a:srgbClr val="D0D0CE"/>
      </a:dk2>
      <a:lt2>
        <a:srgbClr val="53565A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2" id="{F3A36661-0C61-4103-B8FB-F406D2644F92}" vid="{5D0E51A2-C20F-4D4D-AE99-AB41CA9C35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3" ma:contentTypeDescription="Create a new document." ma:contentTypeScope="" ma:versionID="0a46a10188038176b4a387d52ea71e7a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9067f50d15324d46a422f953b0a6563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B9BE9D-B933-4630-94FF-2DF936F18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C5DAB5-DC8A-44B9-8F75-7D201F1BD9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430A79-D112-473B-A447-6818A3361F6B}">
  <ds:schemaRefs>
    <ds:schemaRef ds:uri="http://purl.org/dc/dcmitype/"/>
    <ds:schemaRef ds:uri="http://www.w3.org/XML/1998/namespace"/>
    <ds:schemaRef ds:uri="http://schemas.microsoft.com/office/2006/documentManagement/types"/>
    <ds:schemaRef ds:uri="8f1e2369-70da-40d7-b978-99d0855b91b8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8ee28f6f-733e-446a-845c-015b8614e1f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Deloitte_4_3_Onscreen</Template>
  <TotalTime>432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Verdana</vt:lpstr>
      <vt:lpstr>Deloitte Brand 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Schulfer, Gretchen</dc:creator>
  <cp:lastModifiedBy>Lons, Guillermina</cp:lastModifiedBy>
  <cp:revision>34</cp:revision>
  <cp:lastPrinted>2020-03-12T19:46:41Z</cp:lastPrinted>
  <dcterms:created xsi:type="dcterms:W3CDTF">2020-03-02T21:08:35Z</dcterms:created>
  <dcterms:modified xsi:type="dcterms:W3CDTF">2024-03-12T18:20:54Z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0x01010097C0B5E8C28FBB4DB6BB6E6547CA8A70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2023-09-14T13:32:24Z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4cd31c9e-20c8-4f66-a5a4-c8877e430ace</vt:lpwstr>
  </property>
  <property fmtid="{D5CDD505-2E9C-101B-9397-08002B2CF9AE}" pid="9" name="MSIP_Label_ea60d57e-af5b-4752-ac57-3e4f28ca11dc_ContentBits">
    <vt:lpwstr>0</vt:lpwstr>
  </property>
</Properties>
</file>